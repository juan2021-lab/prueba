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7794E7-4766-4254-9FA3-F2D9A826E3BB}" v="3" dt="2025-11-19T20:57:30.07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 camilo toro mejia" userId="68a610feba2b744c" providerId="LiveId" clId="{317794E7-4766-4254-9FA3-F2D9A826E3BB}"/>
    <pc:docChg chg="undo custSel addSld delSld modSld sldOrd">
      <pc:chgData name="juan camilo toro mejia" userId="68a610feba2b744c" providerId="LiveId" clId="{317794E7-4766-4254-9FA3-F2D9A826E3BB}" dt="2025-11-19T20:57:35.507" v="6015" actId="14100"/>
      <pc:docMkLst>
        <pc:docMk/>
      </pc:docMkLst>
      <pc:sldChg chg="modSp mod">
        <pc:chgData name="juan camilo toro mejia" userId="68a610feba2b744c" providerId="LiveId" clId="{317794E7-4766-4254-9FA3-F2D9A826E3BB}" dt="2025-11-19T15:01:35.860" v="25" actId="20577"/>
        <pc:sldMkLst>
          <pc:docMk/>
          <pc:sldMk cId="2864327008" sldId="256"/>
        </pc:sldMkLst>
        <pc:spChg chg="mod">
          <ac:chgData name="juan camilo toro mejia" userId="68a610feba2b744c" providerId="LiveId" clId="{317794E7-4766-4254-9FA3-F2D9A826E3BB}" dt="2025-11-19T15:01:35.860" v="25" actId="20577"/>
          <ac:spMkLst>
            <pc:docMk/>
            <pc:sldMk cId="2864327008" sldId="256"/>
            <ac:spMk id="2" creationId="{2E202C20-5D27-59F5-8AB6-7E6CEC0DA7AC}"/>
          </ac:spMkLst>
        </pc:spChg>
      </pc:sldChg>
      <pc:sldChg chg="modSp mod">
        <pc:chgData name="juan camilo toro mejia" userId="68a610feba2b744c" providerId="LiveId" clId="{317794E7-4766-4254-9FA3-F2D9A826E3BB}" dt="2025-11-19T16:23:58.086" v="3789" actId="2711"/>
        <pc:sldMkLst>
          <pc:docMk/>
          <pc:sldMk cId="1210837196" sldId="261"/>
        </pc:sldMkLst>
        <pc:spChg chg="mod">
          <ac:chgData name="juan camilo toro mejia" userId="68a610feba2b744c" providerId="LiveId" clId="{317794E7-4766-4254-9FA3-F2D9A826E3BB}" dt="2025-11-19T16:23:58.086" v="3789" actId="2711"/>
          <ac:spMkLst>
            <pc:docMk/>
            <pc:sldMk cId="1210837196" sldId="261"/>
            <ac:spMk id="8" creationId="{2ACC2811-A473-D076-808A-832F16656F54}"/>
          </ac:spMkLst>
        </pc:spChg>
      </pc:sldChg>
      <pc:sldChg chg="addSp delSp modSp mod">
        <pc:chgData name="juan camilo toro mejia" userId="68a610feba2b744c" providerId="LiveId" clId="{317794E7-4766-4254-9FA3-F2D9A826E3BB}" dt="2025-11-19T20:57:35.507" v="6015" actId="14100"/>
        <pc:sldMkLst>
          <pc:docMk/>
          <pc:sldMk cId="3956663094" sldId="263"/>
        </pc:sldMkLst>
        <pc:spChg chg="mod">
          <ac:chgData name="juan camilo toro mejia" userId="68a610feba2b744c" providerId="LiveId" clId="{317794E7-4766-4254-9FA3-F2D9A826E3BB}" dt="2025-11-19T16:23:51.312" v="3788" actId="2711"/>
          <ac:spMkLst>
            <pc:docMk/>
            <pc:sldMk cId="3956663094" sldId="263"/>
            <ac:spMk id="8" creationId="{2ACC2811-A473-D076-808A-832F16656F54}"/>
          </ac:spMkLst>
        </pc:spChg>
        <pc:graphicFrameChg chg="add del mod">
          <ac:chgData name="juan camilo toro mejia" userId="68a610feba2b744c" providerId="LiveId" clId="{317794E7-4766-4254-9FA3-F2D9A826E3BB}" dt="2025-11-19T20:57:19.987" v="6012" actId="478"/>
          <ac:graphicFrameMkLst>
            <pc:docMk/>
            <pc:sldMk cId="3956663094" sldId="263"/>
            <ac:graphicFrameMk id="2" creationId="{25034FF5-0F33-D16D-1A2F-26D2E6E77157}"/>
          </ac:graphicFrameMkLst>
        </pc:graphicFrameChg>
        <pc:picChg chg="add mod">
          <ac:chgData name="juan camilo toro mejia" userId="68a610feba2b744c" providerId="LiveId" clId="{317794E7-4766-4254-9FA3-F2D9A826E3BB}" dt="2025-11-19T20:57:35.507" v="6015" actId="14100"/>
          <ac:picMkLst>
            <pc:docMk/>
            <pc:sldMk cId="3956663094" sldId="263"/>
            <ac:picMk id="3" creationId="{833BC291-2CD6-61A8-937E-F131F9C545BC}"/>
          </ac:picMkLst>
        </pc:picChg>
        <pc:picChg chg="del">
          <ac:chgData name="juan camilo toro mejia" userId="68a610feba2b744c" providerId="LiveId" clId="{317794E7-4766-4254-9FA3-F2D9A826E3BB}" dt="2025-11-19T20:57:03.359" v="6007" actId="478"/>
          <ac:picMkLst>
            <pc:docMk/>
            <pc:sldMk cId="3956663094" sldId="263"/>
            <ac:picMk id="4" creationId="{FA876590-529A-5C4A-E04E-DE3E04A9EAC5}"/>
          </ac:picMkLst>
        </pc:picChg>
      </pc:sldChg>
      <pc:sldChg chg="addSp modSp mod">
        <pc:chgData name="juan camilo toro mejia" userId="68a610feba2b744c" providerId="LiveId" clId="{317794E7-4766-4254-9FA3-F2D9A826E3BB}" dt="2025-11-19T16:23:45.140" v="3787" actId="2711"/>
        <pc:sldMkLst>
          <pc:docMk/>
          <pc:sldMk cId="3733795768" sldId="264"/>
        </pc:sldMkLst>
        <pc:spChg chg="mod">
          <ac:chgData name="juan camilo toro mejia" userId="68a610feba2b744c" providerId="LiveId" clId="{317794E7-4766-4254-9FA3-F2D9A826E3BB}" dt="2025-11-19T16:23:45.140" v="3787" actId="2711"/>
          <ac:spMkLst>
            <pc:docMk/>
            <pc:sldMk cId="3733795768" sldId="264"/>
            <ac:spMk id="8" creationId="{2ACC2811-A473-D076-808A-832F16656F54}"/>
          </ac:spMkLst>
        </pc:spChg>
        <pc:picChg chg="add mod">
          <ac:chgData name="juan camilo toro mejia" userId="68a610feba2b744c" providerId="LiveId" clId="{317794E7-4766-4254-9FA3-F2D9A826E3BB}" dt="2025-11-19T15:07:14.022" v="51" actId="554"/>
          <ac:picMkLst>
            <pc:docMk/>
            <pc:sldMk cId="3733795768" sldId="264"/>
            <ac:picMk id="3" creationId="{E8437D37-7C0C-943C-236F-ED1B7B6C8847}"/>
          </ac:picMkLst>
        </pc:picChg>
        <pc:picChg chg="add mod modCrop">
          <ac:chgData name="juan camilo toro mejia" userId="68a610feba2b744c" providerId="LiveId" clId="{317794E7-4766-4254-9FA3-F2D9A826E3BB}" dt="2025-11-19T15:07:19.813" v="52" actId="14100"/>
          <ac:picMkLst>
            <pc:docMk/>
            <pc:sldMk cId="3733795768" sldId="264"/>
            <ac:picMk id="6" creationId="{88C8D7F3-A69A-469D-F9D9-03688D53A51E}"/>
          </ac:picMkLst>
        </pc:picChg>
        <pc:picChg chg="add mod">
          <ac:chgData name="juan camilo toro mejia" userId="68a610feba2b744c" providerId="LiveId" clId="{317794E7-4766-4254-9FA3-F2D9A826E3BB}" dt="2025-11-19T15:09:43.661" v="69" actId="554"/>
          <ac:picMkLst>
            <pc:docMk/>
            <pc:sldMk cId="3733795768" sldId="264"/>
            <ac:picMk id="9" creationId="{9D74F41B-9E63-6834-08E7-0AA82272F5AD}"/>
          </ac:picMkLst>
        </pc:picChg>
        <pc:picChg chg="add mod">
          <ac:chgData name="juan camilo toro mejia" userId="68a610feba2b744c" providerId="LiveId" clId="{317794E7-4766-4254-9FA3-F2D9A826E3BB}" dt="2025-11-19T15:09:43.661" v="69" actId="554"/>
          <ac:picMkLst>
            <pc:docMk/>
            <pc:sldMk cId="3733795768" sldId="264"/>
            <ac:picMk id="11" creationId="{D66FF246-8C20-2F5C-4D0B-C4A86815D6C4}"/>
          </ac:picMkLst>
        </pc:picChg>
      </pc:sldChg>
      <pc:sldChg chg="addSp delSp modSp add mod">
        <pc:chgData name="juan camilo toro mejia" userId="68a610feba2b744c" providerId="LiveId" clId="{317794E7-4766-4254-9FA3-F2D9A826E3BB}" dt="2025-11-19T16:23:32.323" v="3786" actId="2711"/>
        <pc:sldMkLst>
          <pc:docMk/>
          <pc:sldMk cId="2147318405" sldId="265"/>
        </pc:sldMkLst>
        <pc:spChg chg="mod">
          <ac:chgData name="juan camilo toro mejia" userId="68a610feba2b744c" providerId="LiveId" clId="{317794E7-4766-4254-9FA3-F2D9A826E3BB}" dt="2025-11-19T16:23:32.323" v="3786" actId="2711"/>
          <ac:spMkLst>
            <pc:docMk/>
            <pc:sldMk cId="2147318405" sldId="265"/>
            <ac:spMk id="8" creationId="{2ACC2811-A473-D076-808A-832F16656F54}"/>
          </ac:spMkLst>
        </pc:spChg>
        <pc:picChg chg="del">
          <ac:chgData name="juan camilo toro mejia" userId="68a610feba2b744c" providerId="LiveId" clId="{317794E7-4766-4254-9FA3-F2D9A826E3BB}" dt="2025-11-19T15:23:06.836" v="1016" actId="478"/>
          <ac:picMkLst>
            <pc:docMk/>
            <pc:sldMk cId="2147318405" sldId="265"/>
            <ac:picMk id="3" creationId="{E8437D37-7C0C-943C-236F-ED1B7B6C8847}"/>
          </ac:picMkLst>
        </pc:picChg>
        <pc:picChg chg="add mod">
          <ac:chgData name="juan camilo toro mejia" userId="68a610feba2b744c" providerId="LiveId" clId="{317794E7-4766-4254-9FA3-F2D9A826E3BB}" dt="2025-11-19T15:23:19.032" v="1021" actId="14100"/>
          <ac:picMkLst>
            <pc:docMk/>
            <pc:sldMk cId="2147318405" sldId="265"/>
            <ac:picMk id="4" creationId="{2C8E403D-FC61-6E82-F37C-A90802BC4660}"/>
          </ac:picMkLst>
        </pc:picChg>
        <pc:picChg chg="del">
          <ac:chgData name="juan camilo toro mejia" userId="68a610feba2b744c" providerId="LiveId" clId="{317794E7-4766-4254-9FA3-F2D9A826E3BB}" dt="2025-11-19T15:23:06.836" v="1016" actId="478"/>
          <ac:picMkLst>
            <pc:docMk/>
            <pc:sldMk cId="2147318405" sldId="265"/>
            <ac:picMk id="6" creationId="{88C8D7F3-A69A-469D-F9D9-03688D53A51E}"/>
          </ac:picMkLst>
        </pc:picChg>
        <pc:picChg chg="del">
          <ac:chgData name="juan camilo toro mejia" userId="68a610feba2b744c" providerId="LiveId" clId="{317794E7-4766-4254-9FA3-F2D9A826E3BB}" dt="2025-11-19T15:23:06.836" v="1016" actId="478"/>
          <ac:picMkLst>
            <pc:docMk/>
            <pc:sldMk cId="2147318405" sldId="265"/>
            <ac:picMk id="9" creationId="{9D74F41B-9E63-6834-08E7-0AA82272F5AD}"/>
          </ac:picMkLst>
        </pc:picChg>
        <pc:picChg chg="del">
          <ac:chgData name="juan camilo toro mejia" userId="68a610feba2b744c" providerId="LiveId" clId="{317794E7-4766-4254-9FA3-F2D9A826E3BB}" dt="2025-11-19T15:23:06.836" v="1016" actId="478"/>
          <ac:picMkLst>
            <pc:docMk/>
            <pc:sldMk cId="2147318405" sldId="265"/>
            <ac:picMk id="11" creationId="{D66FF246-8C20-2F5C-4D0B-C4A86815D6C4}"/>
          </ac:picMkLst>
        </pc:picChg>
      </pc:sldChg>
      <pc:sldChg chg="modSp add mod">
        <pc:chgData name="juan camilo toro mejia" userId="68a610feba2b744c" providerId="LiveId" clId="{317794E7-4766-4254-9FA3-F2D9A826E3BB}" dt="2025-11-19T15:30:42.795" v="1658" actId="207"/>
        <pc:sldMkLst>
          <pc:docMk/>
          <pc:sldMk cId="1242459624" sldId="266"/>
        </pc:sldMkLst>
        <pc:spChg chg="mod">
          <ac:chgData name="juan camilo toro mejia" userId="68a610feba2b744c" providerId="LiveId" clId="{317794E7-4766-4254-9FA3-F2D9A826E3BB}" dt="2025-11-19T15:30:42.795" v="1658" actId="207"/>
          <ac:spMkLst>
            <pc:docMk/>
            <pc:sldMk cId="1242459624" sldId="266"/>
            <ac:spMk id="2" creationId="{0B7DE857-81F9-C8C2-CAFC-EC8B0BC260CA}"/>
          </ac:spMkLst>
        </pc:spChg>
      </pc:sldChg>
      <pc:sldChg chg="addSp delSp modSp add mod ord">
        <pc:chgData name="juan camilo toro mejia" userId="68a610feba2b744c" providerId="LiveId" clId="{317794E7-4766-4254-9FA3-F2D9A826E3BB}" dt="2025-11-19T16:23:09.041" v="3785" actId="2711"/>
        <pc:sldMkLst>
          <pc:docMk/>
          <pc:sldMk cId="2404234868" sldId="267"/>
        </pc:sldMkLst>
        <pc:spChg chg="add mod">
          <ac:chgData name="juan camilo toro mejia" userId="68a610feba2b744c" providerId="LiveId" clId="{317794E7-4766-4254-9FA3-F2D9A826E3BB}" dt="2025-11-19T15:57:35.806" v="2497" actId="113"/>
          <ac:spMkLst>
            <pc:docMk/>
            <pc:sldMk cId="2404234868" sldId="267"/>
            <ac:spMk id="5" creationId="{38D67D69-8C37-3DCE-3E6A-88AC5B6376A4}"/>
          </ac:spMkLst>
        </pc:spChg>
        <pc:spChg chg="add mod">
          <ac:chgData name="juan camilo toro mejia" userId="68a610feba2b744c" providerId="LiveId" clId="{317794E7-4766-4254-9FA3-F2D9A826E3BB}" dt="2025-11-19T15:57:35.806" v="2497" actId="113"/>
          <ac:spMkLst>
            <pc:docMk/>
            <pc:sldMk cId="2404234868" sldId="267"/>
            <ac:spMk id="7" creationId="{7D7E440D-59F0-F649-88FA-FC0410C0D548}"/>
          </ac:spMkLst>
        </pc:spChg>
        <pc:spChg chg="mod">
          <ac:chgData name="juan camilo toro mejia" userId="68a610feba2b744c" providerId="LiveId" clId="{317794E7-4766-4254-9FA3-F2D9A826E3BB}" dt="2025-11-19T16:23:09.041" v="3785" actId="2711"/>
          <ac:spMkLst>
            <pc:docMk/>
            <pc:sldMk cId="2404234868" sldId="267"/>
            <ac:spMk id="8" creationId="{2ACC2811-A473-D076-808A-832F16656F54}"/>
          </ac:spMkLst>
        </pc:spChg>
        <pc:spChg chg="add mod">
          <ac:chgData name="juan camilo toro mejia" userId="68a610feba2b744c" providerId="LiveId" clId="{317794E7-4766-4254-9FA3-F2D9A826E3BB}" dt="2025-11-19T15:57:35.806" v="2497" actId="113"/>
          <ac:spMkLst>
            <pc:docMk/>
            <pc:sldMk cId="2404234868" sldId="267"/>
            <ac:spMk id="10" creationId="{3C43BE8F-6359-EF0A-BE03-77FD61F3E23D}"/>
          </ac:spMkLst>
        </pc:spChg>
        <pc:spChg chg="add mod">
          <ac:chgData name="juan camilo toro mejia" userId="68a610feba2b744c" providerId="LiveId" clId="{317794E7-4766-4254-9FA3-F2D9A826E3BB}" dt="2025-11-19T15:47:03.687" v="1773" actId="571"/>
          <ac:spMkLst>
            <pc:docMk/>
            <pc:sldMk cId="2404234868" sldId="267"/>
            <ac:spMk id="12" creationId="{82948F92-30D2-C2E1-B52C-8E853642B62E}"/>
          </ac:spMkLst>
        </pc:spChg>
        <pc:spChg chg="add mod">
          <ac:chgData name="juan camilo toro mejia" userId="68a610feba2b744c" providerId="LiveId" clId="{317794E7-4766-4254-9FA3-F2D9A826E3BB}" dt="2025-11-19T15:47:03.687" v="1773" actId="571"/>
          <ac:spMkLst>
            <pc:docMk/>
            <pc:sldMk cId="2404234868" sldId="267"/>
            <ac:spMk id="13" creationId="{1AC62B51-2240-4676-D673-FB9E88C749A4}"/>
          </ac:spMkLst>
        </pc:spChg>
        <pc:spChg chg="add mod">
          <ac:chgData name="juan camilo toro mejia" userId="68a610feba2b744c" providerId="LiveId" clId="{317794E7-4766-4254-9FA3-F2D9A826E3BB}" dt="2025-11-19T15:57:35.806" v="2497" actId="113"/>
          <ac:spMkLst>
            <pc:docMk/>
            <pc:sldMk cId="2404234868" sldId="267"/>
            <ac:spMk id="14" creationId="{2CA40CE9-495C-C224-EBD9-B7DEE5DCD6BC}"/>
          </ac:spMkLst>
        </pc:spChg>
        <pc:spChg chg="add mod">
          <ac:chgData name="juan camilo toro mejia" userId="68a610feba2b744c" providerId="LiveId" clId="{317794E7-4766-4254-9FA3-F2D9A826E3BB}" dt="2025-11-19T15:57:35.806" v="2497" actId="113"/>
          <ac:spMkLst>
            <pc:docMk/>
            <pc:sldMk cId="2404234868" sldId="267"/>
            <ac:spMk id="15" creationId="{9DC7D7A2-DC5D-7C1C-9EC5-63562EA286A7}"/>
          </ac:spMkLst>
        </pc:spChg>
        <pc:spChg chg="add mod">
          <ac:chgData name="juan camilo toro mejia" userId="68a610feba2b744c" providerId="LiveId" clId="{317794E7-4766-4254-9FA3-F2D9A826E3BB}" dt="2025-11-19T15:57:35.806" v="2497" actId="113"/>
          <ac:spMkLst>
            <pc:docMk/>
            <pc:sldMk cId="2404234868" sldId="267"/>
            <ac:spMk id="16" creationId="{6293DF88-6347-1406-59DA-FF58A55CE0B1}"/>
          </ac:spMkLst>
        </pc:spChg>
        <pc:spChg chg="add mod">
          <ac:chgData name="juan camilo toro mejia" userId="68a610feba2b744c" providerId="LiveId" clId="{317794E7-4766-4254-9FA3-F2D9A826E3BB}" dt="2025-11-19T15:57:35.806" v="2497" actId="113"/>
          <ac:spMkLst>
            <pc:docMk/>
            <pc:sldMk cId="2404234868" sldId="267"/>
            <ac:spMk id="17" creationId="{F7642CE6-C540-259A-FD12-DEEDF867E399}"/>
          </ac:spMkLst>
        </pc:spChg>
        <pc:spChg chg="add mod">
          <ac:chgData name="juan camilo toro mejia" userId="68a610feba2b744c" providerId="LiveId" clId="{317794E7-4766-4254-9FA3-F2D9A826E3BB}" dt="2025-11-19T15:57:35.806" v="2497" actId="113"/>
          <ac:spMkLst>
            <pc:docMk/>
            <pc:sldMk cId="2404234868" sldId="267"/>
            <ac:spMk id="21" creationId="{2B4655B5-A797-61A9-ABE0-782ED4C64C30}"/>
          </ac:spMkLst>
        </pc:spChg>
        <pc:spChg chg="add mod">
          <ac:chgData name="juan camilo toro mejia" userId="68a610feba2b744c" providerId="LiveId" clId="{317794E7-4766-4254-9FA3-F2D9A826E3BB}" dt="2025-11-19T15:57:35.806" v="2497" actId="113"/>
          <ac:spMkLst>
            <pc:docMk/>
            <pc:sldMk cId="2404234868" sldId="267"/>
            <ac:spMk id="22" creationId="{2EAE6EE5-1129-675B-9727-FDFE399A002B}"/>
          </ac:spMkLst>
        </pc:spChg>
        <pc:spChg chg="add mod">
          <ac:chgData name="juan camilo toro mejia" userId="68a610feba2b744c" providerId="LiveId" clId="{317794E7-4766-4254-9FA3-F2D9A826E3BB}" dt="2025-11-19T15:56:16.350" v="2486" actId="1038"/>
          <ac:spMkLst>
            <pc:docMk/>
            <pc:sldMk cId="2404234868" sldId="267"/>
            <ac:spMk id="23" creationId="{E3AC887F-51EF-ABDF-ABDF-25ECCA662360}"/>
          </ac:spMkLst>
        </pc:spChg>
        <pc:spChg chg="add mod">
          <ac:chgData name="juan camilo toro mejia" userId="68a610feba2b744c" providerId="LiveId" clId="{317794E7-4766-4254-9FA3-F2D9A826E3BB}" dt="2025-11-19T15:56:16.350" v="2486" actId="1038"/>
          <ac:spMkLst>
            <pc:docMk/>
            <pc:sldMk cId="2404234868" sldId="267"/>
            <ac:spMk id="24" creationId="{33FA2D72-598C-4594-E504-69A851F2F840}"/>
          </ac:spMkLst>
        </pc:spChg>
        <pc:spChg chg="add mod">
          <ac:chgData name="juan camilo toro mejia" userId="68a610feba2b744c" providerId="LiveId" clId="{317794E7-4766-4254-9FA3-F2D9A826E3BB}" dt="2025-11-19T15:56:16.350" v="2486" actId="1038"/>
          <ac:spMkLst>
            <pc:docMk/>
            <pc:sldMk cId="2404234868" sldId="267"/>
            <ac:spMk id="25" creationId="{3CF7122D-95B1-63E2-91C6-C5F8D4E5B331}"/>
          </ac:spMkLst>
        </pc:spChg>
        <pc:spChg chg="add mod">
          <ac:chgData name="juan camilo toro mejia" userId="68a610feba2b744c" providerId="LiveId" clId="{317794E7-4766-4254-9FA3-F2D9A826E3BB}" dt="2025-11-19T15:57:21.675" v="2496" actId="207"/>
          <ac:spMkLst>
            <pc:docMk/>
            <pc:sldMk cId="2404234868" sldId="267"/>
            <ac:spMk id="26" creationId="{DFF4B657-9EC8-3C6B-7B93-C61C1E878189}"/>
          </ac:spMkLst>
        </pc:spChg>
        <pc:spChg chg="add mod">
          <ac:chgData name="juan camilo toro mejia" userId="68a610feba2b744c" providerId="LiveId" clId="{317794E7-4766-4254-9FA3-F2D9A826E3BB}" dt="2025-11-19T15:57:21.675" v="2496" actId="207"/>
          <ac:spMkLst>
            <pc:docMk/>
            <pc:sldMk cId="2404234868" sldId="267"/>
            <ac:spMk id="27" creationId="{E3F0C561-0AD1-BC6C-0009-DBE2797FD10E}"/>
          </ac:spMkLst>
        </pc:spChg>
        <pc:spChg chg="add mod">
          <ac:chgData name="juan camilo toro mejia" userId="68a610feba2b744c" providerId="LiveId" clId="{317794E7-4766-4254-9FA3-F2D9A826E3BB}" dt="2025-11-19T15:59:46.018" v="2521" actId="1038"/>
          <ac:spMkLst>
            <pc:docMk/>
            <pc:sldMk cId="2404234868" sldId="267"/>
            <ac:spMk id="28" creationId="{4054422E-3CF9-79C4-522F-7F25EE31E654}"/>
          </ac:spMkLst>
        </pc:spChg>
        <pc:spChg chg="add del">
          <ac:chgData name="juan camilo toro mejia" userId="68a610feba2b744c" providerId="LiveId" clId="{317794E7-4766-4254-9FA3-F2D9A826E3BB}" dt="2025-11-19T15:58:11.576" v="2499" actId="478"/>
          <ac:spMkLst>
            <pc:docMk/>
            <pc:sldMk cId="2404234868" sldId="267"/>
            <ac:spMk id="31" creationId="{1E40CEBF-3A86-D26F-3F51-376DB558EE68}"/>
          </ac:spMkLst>
        </pc:spChg>
        <pc:spChg chg="add mod ord">
          <ac:chgData name="juan camilo toro mejia" userId="68a610feba2b744c" providerId="LiveId" clId="{317794E7-4766-4254-9FA3-F2D9A826E3BB}" dt="2025-11-19T15:59:59.611" v="2522" actId="208"/>
          <ac:spMkLst>
            <pc:docMk/>
            <pc:sldMk cId="2404234868" sldId="267"/>
            <ac:spMk id="32" creationId="{1CC02715-9660-4AFC-830B-AE7CFAD7BDC6}"/>
          </ac:spMkLst>
        </pc:spChg>
        <pc:graphicFrameChg chg="add del mod modGraphic">
          <ac:chgData name="juan camilo toro mejia" userId="68a610feba2b744c" providerId="LiveId" clId="{317794E7-4766-4254-9FA3-F2D9A826E3BB}" dt="2025-11-19T15:33:45.569" v="1667" actId="478"/>
          <ac:graphicFrameMkLst>
            <pc:docMk/>
            <pc:sldMk cId="2404234868" sldId="267"/>
            <ac:graphicFrameMk id="2" creationId="{8870431D-EBD5-FC56-92A1-56F450D8CD44}"/>
          </ac:graphicFrameMkLst>
        </pc:graphicFrameChg>
        <pc:graphicFrameChg chg="add mod modGraphic">
          <ac:chgData name="juan camilo toro mejia" userId="68a610feba2b744c" providerId="LiveId" clId="{317794E7-4766-4254-9FA3-F2D9A826E3BB}" dt="2025-11-19T15:56:16.350" v="2486" actId="1038"/>
          <ac:graphicFrameMkLst>
            <pc:docMk/>
            <pc:sldMk cId="2404234868" sldId="267"/>
            <ac:graphicFrameMk id="4" creationId="{6CA1AD72-7CBD-68C7-7C74-0CB4AE222A5E}"/>
          </ac:graphicFrameMkLst>
        </pc:graphicFrameChg>
        <pc:picChg chg="del">
          <ac:chgData name="juan camilo toro mejia" userId="68a610feba2b744c" providerId="LiveId" clId="{317794E7-4766-4254-9FA3-F2D9A826E3BB}" dt="2025-11-19T15:31:15.756" v="1662" actId="478"/>
          <ac:picMkLst>
            <pc:docMk/>
            <pc:sldMk cId="2404234868" sldId="267"/>
            <ac:picMk id="3" creationId="{E8437D37-7C0C-943C-236F-ED1B7B6C8847}"/>
          </ac:picMkLst>
        </pc:picChg>
        <pc:picChg chg="del">
          <ac:chgData name="juan camilo toro mejia" userId="68a610feba2b744c" providerId="LiveId" clId="{317794E7-4766-4254-9FA3-F2D9A826E3BB}" dt="2025-11-19T15:31:15.756" v="1662" actId="478"/>
          <ac:picMkLst>
            <pc:docMk/>
            <pc:sldMk cId="2404234868" sldId="267"/>
            <ac:picMk id="6" creationId="{88C8D7F3-A69A-469D-F9D9-03688D53A51E}"/>
          </ac:picMkLst>
        </pc:picChg>
        <pc:picChg chg="del">
          <ac:chgData name="juan camilo toro mejia" userId="68a610feba2b744c" providerId="LiveId" clId="{317794E7-4766-4254-9FA3-F2D9A826E3BB}" dt="2025-11-19T15:31:15.756" v="1662" actId="478"/>
          <ac:picMkLst>
            <pc:docMk/>
            <pc:sldMk cId="2404234868" sldId="267"/>
            <ac:picMk id="9" creationId="{9D74F41B-9E63-6834-08E7-0AA82272F5AD}"/>
          </ac:picMkLst>
        </pc:picChg>
        <pc:picChg chg="del">
          <ac:chgData name="juan camilo toro mejia" userId="68a610feba2b744c" providerId="LiveId" clId="{317794E7-4766-4254-9FA3-F2D9A826E3BB}" dt="2025-11-19T15:31:15.756" v="1662" actId="478"/>
          <ac:picMkLst>
            <pc:docMk/>
            <pc:sldMk cId="2404234868" sldId="267"/>
            <ac:picMk id="11" creationId="{D66FF246-8C20-2F5C-4D0B-C4A86815D6C4}"/>
          </ac:picMkLst>
        </pc:picChg>
        <pc:picChg chg="add mod">
          <ac:chgData name="juan camilo toro mejia" userId="68a610feba2b744c" providerId="LiveId" clId="{317794E7-4766-4254-9FA3-F2D9A826E3BB}" dt="2025-11-19T15:56:53.278" v="2493" actId="1076"/>
          <ac:picMkLst>
            <pc:docMk/>
            <pc:sldMk cId="2404234868" sldId="267"/>
            <ac:picMk id="30" creationId="{F85BAC57-B4E9-7C13-B0F6-C85B0A1D7E99}"/>
          </ac:picMkLst>
        </pc:picChg>
      </pc:sldChg>
      <pc:sldChg chg="addSp delSp modSp add mod">
        <pc:chgData name="juan camilo toro mejia" userId="68a610feba2b744c" providerId="LiveId" clId="{317794E7-4766-4254-9FA3-F2D9A826E3BB}" dt="2025-11-19T16:22:58.669" v="3784" actId="2711"/>
        <pc:sldMkLst>
          <pc:docMk/>
          <pc:sldMk cId="3557698579" sldId="268"/>
        </pc:sldMkLst>
        <pc:spChg chg="del">
          <ac:chgData name="juan camilo toro mejia" userId="68a610feba2b744c" providerId="LiveId" clId="{317794E7-4766-4254-9FA3-F2D9A826E3BB}" dt="2025-11-19T16:03:17.470" v="3048" actId="478"/>
          <ac:spMkLst>
            <pc:docMk/>
            <pc:sldMk cId="3557698579" sldId="268"/>
            <ac:spMk id="5" creationId="{38D67D69-8C37-3DCE-3E6A-88AC5B6376A4}"/>
          </ac:spMkLst>
        </pc:spChg>
        <pc:spChg chg="del">
          <ac:chgData name="juan camilo toro mejia" userId="68a610feba2b744c" providerId="LiveId" clId="{317794E7-4766-4254-9FA3-F2D9A826E3BB}" dt="2025-11-19T16:03:17.470" v="3048" actId="478"/>
          <ac:spMkLst>
            <pc:docMk/>
            <pc:sldMk cId="3557698579" sldId="268"/>
            <ac:spMk id="7" creationId="{7D7E440D-59F0-F649-88FA-FC0410C0D548}"/>
          </ac:spMkLst>
        </pc:spChg>
        <pc:spChg chg="del">
          <ac:chgData name="juan camilo toro mejia" userId="68a610feba2b744c" providerId="LiveId" clId="{317794E7-4766-4254-9FA3-F2D9A826E3BB}" dt="2025-11-19T16:03:11.526" v="3047" actId="478"/>
          <ac:spMkLst>
            <pc:docMk/>
            <pc:sldMk cId="3557698579" sldId="268"/>
            <ac:spMk id="8" creationId="{2ACC2811-A473-D076-808A-832F16656F54}"/>
          </ac:spMkLst>
        </pc:spChg>
        <pc:spChg chg="add mod">
          <ac:chgData name="juan camilo toro mejia" userId="68a610feba2b744c" providerId="LiveId" clId="{317794E7-4766-4254-9FA3-F2D9A826E3BB}" dt="2025-11-19T16:22:58.669" v="3784" actId="2711"/>
          <ac:spMkLst>
            <pc:docMk/>
            <pc:sldMk cId="3557698579" sldId="268"/>
            <ac:spMk id="9" creationId="{A4D010F6-B110-2762-1C3F-5BB18F93A38A}"/>
          </ac:spMkLst>
        </pc:spChg>
        <pc:spChg chg="del">
          <ac:chgData name="juan camilo toro mejia" userId="68a610feba2b744c" providerId="LiveId" clId="{317794E7-4766-4254-9FA3-F2D9A826E3BB}" dt="2025-11-19T16:03:17.470" v="3048" actId="478"/>
          <ac:spMkLst>
            <pc:docMk/>
            <pc:sldMk cId="3557698579" sldId="268"/>
            <ac:spMk id="10" creationId="{3C43BE8F-6359-EF0A-BE03-77FD61F3E23D}"/>
          </ac:spMkLst>
        </pc:spChg>
        <pc:spChg chg="del">
          <ac:chgData name="juan camilo toro mejia" userId="68a610feba2b744c" providerId="LiveId" clId="{317794E7-4766-4254-9FA3-F2D9A826E3BB}" dt="2025-11-19T16:03:17.470" v="3048" actId="478"/>
          <ac:spMkLst>
            <pc:docMk/>
            <pc:sldMk cId="3557698579" sldId="268"/>
            <ac:spMk id="14" creationId="{2CA40CE9-495C-C224-EBD9-B7DEE5DCD6BC}"/>
          </ac:spMkLst>
        </pc:spChg>
        <pc:spChg chg="del">
          <ac:chgData name="juan camilo toro mejia" userId="68a610feba2b744c" providerId="LiveId" clId="{317794E7-4766-4254-9FA3-F2D9A826E3BB}" dt="2025-11-19T16:03:17.470" v="3048" actId="478"/>
          <ac:spMkLst>
            <pc:docMk/>
            <pc:sldMk cId="3557698579" sldId="268"/>
            <ac:spMk id="15" creationId="{9DC7D7A2-DC5D-7C1C-9EC5-63562EA286A7}"/>
          </ac:spMkLst>
        </pc:spChg>
        <pc:spChg chg="del">
          <ac:chgData name="juan camilo toro mejia" userId="68a610feba2b744c" providerId="LiveId" clId="{317794E7-4766-4254-9FA3-F2D9A826E3BB}" dt="2025-11-19T16:03:17.470" v="3048" actId="478"/>
          <ac:spMkLst>
            <pc:docMk/>
            <pc:sldMk cId="3557698579" sldId="268"/>
            <ac:spMk id="16" creationId="{6293DF88-6347-1406-59DA-FF58A55CE0B1}"/>
          </ac:spMkLst>
        </pc:spChg>
        <pc:spChg chg="del">
          <ac:chgData name="juan camilo toro mejia" userId="68a610feba2b744c" providerId="LiveId" clId="{317794E7-4766-4254-9FA3-F2D9A826E3BB}" dt="2025-11-19T16:03:17.470" v="3048" actId="478"/>
          <ac:spMkLst>
            <pc:docMk/>
            <pc:sldMk cId="3557698579" sldId="268"/>
            <ac:spMk id="17" creationId="{F7642CE6-C540-259A-FD12-DEEDF867E399}"/>
          </ac:spMkLst>
        </pc:spChg>
        <pc:spChg chg="del">
          <ac:chgData name="juan camilo toro mejia" userId="68a610feba2b744c" providerId="LiveId" clId="{317794E7-4766-4254-9FA3-F2D9A826E3BB}" dt="2025-11-19T16:03:17.470" v="3048" actId="478"/>
          <ac:spMkLst>
            <pc:docMk/>
            <pc:sldMk cId="3557698579" sldId="268"/>
            <ac:spMk id="21" creationId="{2B4655B5-A797-61A9-ABE0-782ED4C64C30}"/>
          </ac:spMkLst>
        </pc:spChg>
        <pc:spChg chg="del">
          <ac:chgData name="juan camilo toro mejia" userId="68a610feba2b744c" providerId="LiveId" clId="{317794E7-4766-4254-9FA3-F2D9A826E3BB}" dt="2025-11-19T16:03:17.470" v="3048" actId="478"/>
          <ac:spMkLst>
            <pc:docMk/>
            <pc:sldMk cId="3557698579" sldId="268"/>
            <ac:spMk id="22" creationId="{2EAE6EE5-1129-675B-9727-FDFE399A002B}"/>
          </ac:spMkLst>
        </pc:spChg>
        <pc:spChg chg="del">
          <ac:chgData name="juan camilo toro mejia" userId="68a610feba2b744c" providerId="LiveId" clId="{317794E7-4766-4254-9FA3-F2D9A826E3BB}" dt="2025-11-19T16:03:17.470" v="3048" actId="478"/>
          <ac:spMkLst>
            <pc:docMk/>
            <pc:sldMk cId="3557698579" sldId="268"/>
            <ac:spMk id="23" creationId="{E3AC887F-51EF-ABDF-ABDF-25ECCA662360}"/>
          </ac:spMkLst>
        </pc:spChg>
        <pc:spChg chg="del">
          <ac:chgData name="juan camilo toro mejia" userId="68a610feba2b744c" providerId="LiveId" clId="{317794E7-4766-4254-9FA3-F2D9A826E3BB}" dt="2025-11-19T16:03:17.470" v="3048" actId="478"/>
          <ac:spMkLst>
            <pc:docMk/>
            <pc:sldMk cId="3557698579" sldId="268"/>
            <ac:spMk id="24" creationId="{33FA2D72-598C-4594-E504-69A851F2F840}"/>
          </ac:spMkLst>
        </pc:spChg>
        <pc:spChg chg="del">
          <ac:chgData name="juan camilo toro mejia" userId="68a610feba2b744c" providerId="LiveId" clId="{317794E7-4766-4254-9FA3-F2D9A826E3BB}" dt="2025-11-19T16:03:17.470" v="3048" actId="478"/>
          <ac:spMkLst>
            <pc:docMk/>
            <pc:sldMk cId="3557698579" sldId="268"/>
            <ac:spMk id="25" creationId="{3CF7122D-95B1-63E2-91C6-C5F8D4E5B331}"/>
          </ac:spMkLst>
        </pc:spChg>
        <pc:spChg chg="del">
          <ac:chgData name="juan camilo toro mejia" userId="68a610feba2b744c" providerId="LiveId" clId="{317794E7-4766-4254-9FA3-F2D9A826E3BB}" dt="2025-11-19T16:03:17.470" v="3048" actId="478"/>
          <ac:spMkLst>
            <pc:docMk/>
            <pc:sldMk cId="3557698579" sldId="268"/>
            <ac:spMk id="26" creationId="{DFF4B657-9EC8-3C6B-7B93-C61C1E878189}"/>
          </ac:spMkLst>
        </pc:spChg>
        <pc:spChg chg="del">
          <ac:chgData name="juan camilo toro mejia" userId="68a610feba2b744c" providerId="LiveId" clId="{317794E7-4766-4254-9FA3-F2D9A826E3BB}" dt="2025-11-19T16:03:17.470" v="3048" actId="478"/>
          <ac:spMkLst>
            <pc:docMk/>
            <pc:sldMk cId="3557698579" sldId="268"/>
            <ac:spMk id="27" creationId="{E3F0C561-0AD1-BC6C-0009-DBE2797FD10E}"/>
          </ac:spMkLst>
        </pc:spChg>
        <pc:spChg chg="del">
          <ac:chgData name="juan camilo toro mejia" userId="68a610feba2b744c" providerId="LiveId" clId="{317794E7-4766-4254-9FA3-F2D9A826E3BB}" dt="2025-11-19T16:03:17.470" v="3048" actId="478"/>
          <ac:spMkLst>
            <pc:docMk/>
            <pc:sldMk cId="3557698579" sldId="268"/>
            <ac:spMk id="28" creationId="{4054422E-3CF9-79C4-522F-7F25EE31E654}"/>
          </ac:spMkLst>
        </pc:spChg>
        <pc:spChg chg="del">
          <ac:chgData name="juan camilo toro mejia" userId="68a610feba2b744c" providerId="LiveId" clId="{317794E7-4766-4254-9FA3-F2D9A826E3BB}" dt="2025-11-19T16:03:17.470" v="3048" actId="478"/>
          <ac:spMkLst>
            <pc:docMk/>
            <pc:sldMk cId="3557698579" sldId="268"/>
            <ac:spMk id="32" creationId="{1CC02715-9660-4AFC-830B-AE7CFAD7BDC6}"/>
          </ac:spMkLst>
        </pc:spChg>
        <pc:graphicFrameChg chg="add del mod modGraphic">
          <ac:chgData name="juan camilo toro mejia" userId="68a610feba2b744c" providerId="LiveId" clId="{317794E7-4766-4254-9FA3-F2D9A826E3BB}" dt="2025-11-19T16:14:19.889" v="3214" actId="1036"/>
          <ac:graphicFrameMkLst>
            <pc:docMk/>
            <pc:sldMk cId="3557698579" sldId="268"/>
            <ac:graphicFrameMk id="2" creationId="{2535E471-DC97-4466-87FB-3D23EC3829A7}"/>
          </ac:graphicFrameMkLst>
        </pc:graphicFrameChg>
        <pc:graphicFrameChg chg="del">
          <ac:chgData name="juan camilo toro mejia" userId="68a610feba2b744c" providerId="LiveId" clId="{317794E7-4766-4254-9FA3-F2D9A826E3BB}" dt="2025-11-19T16:03:17.470" v="3048" actId="478"/>
          <ac:graphicFrameMkLst>
            <pc:docMk/>
            <pc:sldMk cId="3557698579" sldId="268"/>
            <ac:graphicFrameMk id="4" creationId="{6CA1AD72-7CBD-68C7-7C74-0CB4AE222A5E}"/>
          </ac:graphicFrameMkLst>
        </pc:graphicFrameChg>
        <pc:picChg chg="add mod">
          <ac:chgData name="juan camilo toro mejia" userId="68a610feba2b744c" providerId="LiveId" clId="{317794E7-4766-4254-9FA3-F2D9A826E3BB}" dt="2025-11-19T16:14:19.889" v="3214" actId="1036"/>
          <ac:picMkLst>
            <pc:docMk/>
            <pc:sldMk cId="3557698579" sldId="268"/>
            <ac:picMk id="6" creationId="{D36CE3FA-2F14-852E-AE30-8217C77ACDD0}"/>
          </ac:picMkLst>
        </pc:picChg>
        <pc:picChg chg="del">
          <ac:chgData name="juan camilo toro mejia" userId="68a610feba2b744c" providerId="LiveId" clId="{317794E7-4766-4254-9FA3-F2D9A826E3BB}" dt="2025-11-19T16:03:19.942" v="3049" actId="478"/>
          <ac:picMkLst>
            <pc:docMk/>
            <pc:sldMk cId="3557698579" sldId="268"/>
            <ac:picMk id="30" creationId="{F85BAC57-B4E9-7C13-B0F6-C85B0A1D7E99}"/>
          </ac:picMkLst>
        </pc:picChg>
      </pc:sldChg>
      <pc:sldChg chg="modSp add mod ord">
        <pc:chgData name="juan camilo toro mejia" userId="68a610feba2b744c" providerId="LiveId" clId="{317794E7-4766-4254-9FA3-F2D9A826E3BB}" dt="2025-11-19T16:24:40.194" v="3794" actId="207"/>
        <pc:sldMkLst>
          <pc:docMk/>
          <pc:sldMk cId="2440608077" sldId="269"/>
        </pc:sldMkLst>
        <pc:spChg chg="mod">
          <ac:chgData name="juan camilo toro mejia" userId="68a610feba2b744c" providerId="LiveId" clId="{317794E7-4766-4254-9FA3-F2D9A826E3BB}" dt="2025-11-19T16:24:40.194" v="3794" actId="207"/>
          <ac:spMkLst>
            <pc:docMk/>
            <pc:sldMk cId="2440608077" sldId="269"/>
            <ac:spMk id="2" creationId="{0B7DE857-81F9-C8C2-CAFC-EC8B0BC260CA}"/>
          </ac:spMkLst>
        </pc:spChg>
      </pc:sldChg>
      <pc:sldChg chg="addSp delSp modSp add mod ord">
        <pc:chgData name="juan camilo toro mejia" userId="68a610feba2b744c" providerId="LiveId" clId="{317794E7-4766-4254-9FA3-F2D9A826E3BB}" dt="2025-11-19T19:44:40.262" v="5995" actId="732"/>
        <pc:sldMkLst>
          <pc:docMk/>
          <pc:sldMk cId="2862431574" sldId="270"/>
        </pc:sldMkLst>
        <pc:spChg chg="mod">
          <ac:chgData name="juan camilo toro mejia" userId="68a610feba2b744c" providerId="LiveId" clId="{317794E7-4766-4254-9FA3-F2D9A826E3BB}" dt="2025-11-19T16:33:09.389" v="4406" actId="313"/>
          <ac:spMkLst>
            <pc:docMk/>
            <pc:sldMk cId="2862431574" sldId="270"/>
            <ac:spMk id="9" creationId="{A4D010F6-B110-2762-1C3F-5BB18F93A38A}"/>
          </ac:spMkLst>
        </pc:spChg>
        <pc:graphicFrameChg chg="del">
          <ac:chgData name="juan camilo toro mejia" userId="68a610feba2b744c" providerId="LiveId" clId="{317794E7-4766-4254-9FA3-F2D9A826E3BB}" dt="2025-11-19T16:26:41.035" v="3799" actId="478"/>
          <ac:graphicFrameMkLst>
            <pc:docMk/>
            <pc:sldMk cId="2862431574" sldId="270"/>
            <ac:graphicFrameMk id="2" creationId="{2535E471-DC97-4466-87FB-3D23EC3829A7}"/>
          </ac:graphicFrameMkLst>
        </pc:graphicFrameChg>
        <pc:picChg chg="add mod modCrop">
          <ac:chgData name="juan camilo toro mejia" userId="68a610feba2b744c" providerId="LiveId" clId="{317794E7-4766-4254-9FA3-F2D9A826E3BB}" dt="2025-11-19T16:28:16.399" v="3818" actId="14100"/>
          <ac:picMkLst>
            <pc:docMk/>
            <pc:sldMk cId="2862431574" sldId="270"/>
            <ac:picMk id="4" creationId="{C6C5EC80-BB35-B7DC-821A-06EBAAC85C7A}"/>
          </ac:picMkLst>
        </pc:picChg>
        <pc:picChg chg="del">
          <ac:chgData name="juan camilo toro mejia" userId="68a610feba2b744c" providerId="LiveId" clId="{317794E7-4766-4254-9FA3-F2D9A826E3BB}" dt="2025-11-19T16:26:38.529" v="3798" actId="478"/>
          <ac:picMkLst>
            <pc:docMk/>
            <pc:sldMk cId="2862431574" sldId="270"/>
            <ac:picMk id="6" creationId="{D36CE3FA-2F14-852E-AE30-8217C77ACDD0}"/>
          </ac:picMkLst>
        </pc:picChg>
        <pc:picChg chg="add mod modCrop">
          <ac:chgData name="juan camilo toro mejia" userId="68a610feba2b744c" providerId="LiveId" clId="{317794E7-4766-4254-9FA3-F2D9A826E3BB}" dt="2025-11-19T19:44:40.262" v="5995" actId="732"/>
          <ac:picMkLst>
            <pc:docMk/>
            <pc:sldMk cId="2862431574" sldId="270"/>
            <ac:picMk id="7" creationId="{084A517D-4641-4C02-03AB-E7A42ECD5ADD}"/>
          </ac:picMkLst>
        </pc:picChg>
      </pc:sldChg>
      <pc:sldChg chg="modSp add mod ord">
        <pc:chgData name="juan camilo toro mejia" userId="68a610feba2b744c" providerId="LiveId" clId="{317794E7-4766-4254-9FA3-F2D9A826E3BB}" dt="2025-11-19T16:34:07.906" v="4414" actId="207"/>
        <pc:sldMkLst>
          <pc:docMk/>
          <pc:sldMk cId="2479361316" sldId="271"/>
        </pc:sldMkLst>
        <pc:spChg chg="mod">
          <ac:chgData name="juan camilo toro mejia" userId="68a610feba2b744c" providerId="LiveId" clId="{317794E7-4766-4254-9FA3-F2D9A826E3BB}" dt="2025-11-19T16:34:07.906" v="4414" actId="207"/>
          <ac:spMkLst>
            <pc:docMk/>
            <pc:sldMk cId="2479361316" sldId="271"/>
            <ac:spMk id="2" creationId="{0B7DE857-81F9-C8C2-CAFC-EC8B0BC260CA}"/>
          </ac:spMkLst>
        </pc:spChg>
      </pc:sldChg>
      <pc:sldChg chg="addSp delSp modSp add mod ord">
        <pc:chgData name="juan camilo toro mejia" userId="68a610feba2b744c" providerId="LiveId" clId="{317794E7-4766-4254-9FA3-F2D9A826E3BB}" dt="2025-11-19T20:47:02.723" v="6006" actId="1035"/>
        <pc:sldMkLst>
          <pc:docMk/>
          <pc:sldMk cId="3971215054" sldId="272"/>
        </pc:sldMkLst>
        <pc:spChg chg="add mod">
          <ac:chgData name="juan camilo toro mejia" userId="68a610feba2b744c" providerId="LiveId" clId="{317794E7-4766-4254-9FA3-F2D9A826E3BB}" dt="2025-11-19T16:38:38.902" v="4420"/>
          <ac:spMkLst>
            <pc:docMk/>
            <pc:sldMk cId="3971215054" sldId="272"/>
            <ac:spMk id="3" creationId="{801FF20C-5B77-FE28-26FE-7E5A04E3C379}"/>
          </ac:spMkLst>
        </pc:spChg>
        <pc:spChg chg="add mod">
          <ac:chgData name="juan camilo toro mejia" userId="68a610feba2b744c" providerId="LiveId" clId="{317794E7-4766-4254-9FA3-F2D9A826E3BB}" dt="2025-11-19T16:39:11.373" v="4427" actId="1036"/>
          <ac:spMkLst>
            <pc:docMk/>
            <pc:sldMk cId="3971215054" sldId="272"/>
            <ac:spMk id="6" creationId="{53DB8952-034E-90A2-825D-42824BCA3BA1}"/>
          </ac:spMkLst>
        </pc:spChg>
        <pc:spChg chg="del">
          <ac:chgData name="juan camilo toro mejia" userId="68a610feba2b744c" providerId="LiveId" clId="{317794E7-4766-4254-9FA3-F2D9A826E3BB}" dt="2025-11-19T16:35:03.312" v="4419" actId="478"/>
          <ac:spMkLst>
            <pc:docMk/>
            <pc:sldMk cId="3971215054" sldId="272"/>
            <ac:spMk id="9" creationId="{A4D010F6-B110-2762-1C3F-5BB18F93A38A}"/>
          </ac:spMkLst>
        </pc:spChg>
        <pc:spChg chg="add mod">
          <ac:chgData name="juan camilo toro mejia" userId="68a610feba2b744c" providerId="LiveId" clId="{317794E7-4766-4254-9FA3-F2D9A826E3BB}" dt="2025-11-19T16:38:38.902" v="4420"/>
          <ac:spMkLst>
            <pc:docMk/>
            <pc:sldMk cId="3971215054" sldId="272"/>
            <ac:spMk id="10" creationId="{46DD30FD-C439-A694-F62D-9D6BC728F194}"/>
          </ac:spMkLst>
        </pc:spChg>
        <pc:spChg chg="add mod">
          <ac:chgData name="juan camilo toro mejia" userId="68a610feba2b744c" providerId="LiveId" clId="{317794E7-4766-4254-9FA3-F2D9A826E3BB}" dt="2025-11-19T16:38:38.902" v="4420"/>
          <ac:spMkLst>
            <pc:docMk/>
            <pc:sldMk cId="3971215054" sldId="272"/>
            <ac:spMk id="12" creationId="{19A955EB-9710-A32F-B997-9D25FF1AE4BB}"/>
          </ac:spMkLst>
        </pc:spChg>
        <pc:spChg chg="add mod">
          <ac:chgData name="juan camilo toro mejia" userId="68a610feba2b744c" providerId="LiveId" clId="{317794E7-4766-4254-9FA3-F2D9A826E3BB}" dt="2025-11-19T16:38:38.902" v="4420"/>
          <ac:spMkLst>
            <pc:docMk/>
            <pc:sldMk cId="3971215054" sldId="272"/>
            <ac:spMk id="21" creationId="{4C0C1725-77C5-79D3-37CC-6B0912F17703}"/>
          </ac:spMkLst>
        </pc:spChg>
        <pc:spChg chg="add mod">
          <ac:chgData name="juan camilo toro mejia" userId="68a610feba2b744c" providerId="LiveId" clId="{317794E7-4766-4254-9FA3-F2D9A826E3BB}" dt="2025-11-19T16:38:38.902" v="4420"/>
          <ac:spMkLst>
            <pc:docMk/>
            <pc:sldMk cId="3971215054" sldId="272"/>
            <ac:spMk id="22" creationId="{9CF200F8-868D-6DE5-FEC2-0FA0111D8A15}"/>
          </ac:spMkLst>
        </pc:spChg>
        <pc:spChg chg="add mod">
          <ac:chgData name="juan camilo toro mejia" userId="68a610feba2b744c" providerId="LiveId" clId="{317794E7-4766-4254-9FA3-F2D9A826E3BB}" dt="2025-11-19T16:38:38.902" v="4420"/>
          <ac:spMkLst>
            <pc:docMk/>
            <pc:sldMk cId="3971215054" sldId="272"/>
            <ac:spMk id="23" creationId="{5953A6BA-31C9-F6E2-0570-91BB56413171}"/>
          </ac:spMkLst>
        </pc:spChg>
        <pc:spChg chg="add mod">
          <ac:chgData name="juan camilo toro mejia" userId="68a610feba2b744c" providerId="LiveId" clId="{317794E7-4766-4254-9FA3-F2D9A826E3BB}" dt="2025-11-19T16:38:38.902" v="4420"/>
          <ac:spMkLst>
            <pc:docMk/>
            <pc:sldMk cId="3971215054" sldId="272"/>
            <ac:spMk id="28" creationId="{AA29AF56-DB1C-F13B-3AD0-7F2BEE485F6C}"/>
          </ac:spMkLst>
        </pc:spChg>
        <pc:grpChg chg="add mod">
          <ac:chgData name="juan camilo toro mejia" userId="68a610feba2b744c" providerId="LiveId" clId="{317794E7-4766-4254-9FA3-F2D9A826E3BB}" dt="2025-11-19T20:47:02.723" v="6006" actId="1035"/>
          <ac:grpSpMkLst>
            <pc:docMk/>
            <pc:sldMk cId="3971215054" sldId="272"/>
            <ac:grpSpMk id="2" creationId="{FCAFD66F-93F8-18BF-D8F6-A187E5E4FB94}"/>
          </ac:grpSpMkLst>
        </pc:grpChg>
        <pc:picChg chg="del">
          <ac:chgData name="juan camilo toro mejia" userId="68a610feba2b744c" providerId="LiveId" clId="{317794E7-4766-4254-9FA3-F2D9A826E3BB}" dt="2025-11-19T16:34:57.430" v="4418" actId="478"/>
          <ac:picMkLst>
            <pc:docMk/>
            <pc:sldMk cId="3971215054" sldId="272"/>
            <ac:picMk id="4" creationId="{C6C5EC80-BB35-B7DC-821A-06EBAAC85C7A}"/>
          </ac:picMkLst>
        </pc:picChg>
        <pc:picChg chg="del">
          <ac:chgData name="juan camilo toro mejia" userId="68a610feba2b744c" providerId="LiveId" clId="{317794E7-4766-4254-9FA3-F2D9A826E3BB}" dt="2025-11-19T16:34:57.430" v="4418" actId="478"/>
          <ac:picMkLst>
            <pc:docMk/>
            <pc:sldMk cId="3971215054" sldId="272"/>
            <ac:picMk id="7" creationId="{084A517D-4641-4C02-03AB-E7A42ECD5ADD}"/>
          </ac:picMkLst>
        </pc:picChg>
        <pc:cxnChg chg="add mod">
          <ac:chgData name="juan camilo toro mejia" userId="68a610feba2b744c" providerId="LiveId" clId="{317794E7-4766-4254-9FA3-F2D9A826E3BB}" dt="2025-11-19T16:38:38.902" v="4420"/>
          <ac:cxnSpMkLst>
            <pc:docMk/>
            <pc:sldMk cId="3971215054" sldId="272"/>
            <ac:cxnSpMk id="5" creationId="{BEB8E54B-0159-880A-B814-FBD808D0E894}"/>
          </ac:cxnSpMkLst>
        </pc:cxnChg>
        <pc:cxnChg chg="add mod">
          <ac:chgData name="juan camilo toro mejia" userId="68a610feba2b744c" providerId="LiveId" clId="{317794E7-4766-4254-9FA3-F2D9A826E3BB}" dt="2025-11-19T16:38:38.902" v="4420"/>
          <ac:cxnSpMkLst>
            <pc:docMk/>
            <pc:sldMk cId="3971215054" sldId="272"/>
            <ac:cxnSpMk id="8" creationId="{1BEB88BA-9D65-8FB5-4CAE-6B3E963D9ECB}"/>
          </ac:cxnSpMkLst>
        </pc:cxnChg>
        <pc:cxnChg chg="add mod">
          <ac:chgData name="juan camilo toro mejia" userId="68a610feba2b744c" providerId="LiveId" clId="{317794E7-4766-4254-9FA3-F2D9A826E3BB}" dt="2025-11-19T16:38:38.902" v="4420"/>
          <ac:cxnSpMkLst>
            <pc:docMk/>
            <pc:sldMk cId="3971215054" sldId="272"/>
            <ac:cxnSpMk id="11" creationId="{9C1A6137-A403-4A8C-8968-3BF688FB0FCE}"/>
          </ac:cxnSpMkLst>
        </pc:cxnChg>
        <pc:cxnChg chg="add mod">
          <ac:chgData name="juan camilo toro mejia" userId="68a610feba2b744c" providerId="LiveId" clId="{317794E7-4766-4254-9FA3-F2D9A826E3BB}" dt="2025-11-19T16:38:38.902" v="4420"/>
          <ac:cxnSpMkLst>
            <pc:docMk/>
            <pc:sldMk cId="3971215054" sldId="272"/>
            <ac:cxnSpMk id="13" creationId="{36A19C82-EAF2-CDFD-25CC-638AED2D9310}"/>
          </ac:cxnSpMkLst>
        </pc:cxnChg>
        <pc:cxnChg chg="add mod">
          <ac:chgData name="juan camilo toro mejia" userId="68a610feba2b744c" providerId="LiveId" clId="{317794E7-4766-4254-9FA3-F2D9A826E3BB}" dt="2025-11-19T16:38:38.902" v="4420"/>
          <ac:cxnSpMkLst>
            <pc:docMk/>
            <pc:sldMk cId="3971215054" sldId="272"/>
            <ac:cxnSpMk id="14" creationId="{E346C754-3CF1-D195-1B38-F5AD46E51ADF}"/>
          </ac:cxnSpMkLst>
        </pc:cxnChg>
        <pc:cxnChg chg="add mod">
          <ac:chgData name="juan camilo toro mejia" userId="68a610feba2b744c" providerId="LiveId" clId="{317794E7-4766-4254-9FA3-F2D9A826E3BB}" dt="2025-11-19T16:38:38.902" v="4420"/>
          <ac:cxnSpMkLst>
            <pc:docMk/>
            <pc:sldMk cId="3971215054" sldId="272"/>
            <ac:cxnSpMk id="15" creationId="{14BCC281-0D2E-5B4D-8C5A-D9BB9848393C}"/>
          </ac:cxnSpMkLst>
        </pc:cxnChg>
        <pc:cxnChg chg="add mod">
          <ac:chgData name="juan camilo toro mejia" userId="68a610feba2b744c" providerId="LiveId" clId="{317794E7-4766-4254-9FA3-F2D9A826E3BB}" dt="2025-11-19T16:38:38.902" v="4420"/>
          <ac:cxnSpMkLst>
            <pc:docMk/>
            <pc:sldMk cId="3971215054" sldId="272"/>
            <ac:cxnSpMk id="16" creationId="{3838503E-807E-BC3B-E522-25CBD6CD6AB9}"/>
          </ac:cxnSpMkLst>
        </pc:cxnChg>
        <pc:cxnChg chg="add mod">
          <ac:chgData name="juan camilo toro mejia" userId="68a610feba2b744c" providerId="LiveId" clId="{317794E7-4766-4254-9FA3-F2D9A826E3BB}" dt="2025-11-19T16:38:38.902" v="4420"/>
          <ac:cxnSpMkLst>
            <pc:docMk/>
            <pc:sldMk cId="3971215054" sldId="272"/>
            <ac:cxnSpMk id="17" creationId="{49E910BF-212C-0F09-C618-28AE98D518ED}"/>
          </ac:cxnSpMkLst>
        </pc:cxnChg>
        <pc:cxnChg chg="add mod">
          <ac:chgData name="juan camilo toro mejia" userId="68a610feba2b744c" providerId="LiveId" clId="{317794E7-4766-4254-9FA3-F2D9A826E3BB}" dt="2025-11-19T16:38:38.902" v="4420"/>
          <ac:cxnSpMkLst>
            <pc:docMk/>
            <pc:sldMk cId="3971215054" sldId="272"/>
            <ac:cxnSpMk id="24" creationId="{1CE87B93-C56E-A63E-71A4-167459079F03}"/>
          </ac:cxnSpMkLst>
        </pc:cxnChg>
        <pc:cxnChg chg="add mod">
          <ac:chgData name="juan camilo toro mejia" userId="68a610feba2b744c" providerId="LiveId" clId="{317794E7-4766-4254-9FA3-F2D9A826E3BB}" dt="2025-11-19T16:38:38.902" v="4420"/>
          <ac:cxnSpMkLst>
            <pc:docMk/>
            <pc:sldMk cId="3971215054" sldId="272"/>
            <ac:cxnSpMk id="25" creationId="{F163EA5E-4F83-F0C7-5666-C76D6DE87384}"/>
          </ac:cxnSpMkLst>
        </pc:cxnChg>
        <pc:cxnChg chg="add mod">
          <ac:chgData name="juan camilo toro mejia" userId="68a610feba2b744c" providerId="LiveId" clId="{317794E7-4766-4254-9FA3-F2D9A826E3BB}" dt="2025-11-19T16:38:38.902" v="4420"/>
          <ac:cxnSpMkLst>
            <pc:docMk/>
            <pc:sldMk cId="3971215054" sldId="272"/>
            <ac:cxnSpMk id="26" creationId="{98583B18-1A9E-7BDF-BEF4-9C03A435BB07}"/>
          </ac:cxnSpMkLst>
        </pc:cxnChg>
        <pc:cxnChg chg="add mod">
          <ac:chgData name="juan camilo toro mejia" userId="68a610feba2b744c" providerId="LiveId" clId="{317794E7-4766-4254-9FA3-F2D9A826E3BB}" dt="2025-11-19T16:38:38.902" v="4420"/>
          <ac:cxnSpMkLst>
            <pc:docMk/>
            <pc:sldMk cId="3971215054" sldId="272"/>
            <ac:cxnSpMk id="27" creationId="{CCF0F43A-76E8-27C5-45F2-B5FDA9A5CE54}"/>
          </ac:cxnSpMkLst>
        </pc:cxnChg>
      </pc:sldChg>
      <pc:sldChg chg="modSp add mod">
        <pc:chgData name="juan camilo toro mejia" userId="68a610feba2b744c" providerId="LiveId" clId="{317794E7-4766-4254-9FA3-F2D9A826E3BB}" dt="2025-11-19T16:39:56.611" v="4433" actId="207"/>
        <pc:sldMkLst>
          <pc:docMk/>
          <pc:sldMk cId="1581985706" sldId="273"/>
        </pc:sldMkLst>
        <pc:spChg chg="mod">
          <ac:chgData name="juan camilo toro mejia" userId="68a610feba2b744c" providerId="LiveId" clId="{317794E7-4766-4254-9FA3-F2D9A826E3BB}" dt="2025-11-19T16:39:56.611" v="4433" actId="207"/>
          <ac:spMkLst>
            <pc:docMk/>
            <pc:sldMk cId="1581985706" sldId="273"/>
            <ac:spMk id="2" creationId="{0B7DE857-81F9-C8C2-CAFC-EC8B0BC260CA}"/>
          </ac:spMkLst>
        </pc:spChg>
      </pc:sldChg>
      <pc:sldChg chg="add del">
        <pc:chgData name="juan camilo toro mejia" userId="68a610feba2b744c" providerId="LiveId" clId="{317794E7-4766-4254-9FA3-F2D9A826E3BB}" dt="2025-11-19T16:39:40.655" v="4430" actId="2696"/>
        <pc:sldMkLst>
          <pc:docMk/>
          <pc:sldMk cId="2012815851" sldId="273"/>
        </pc:sldMkLst>
      </pc:sldChg>
      <pc:sldChg chg="addSp delSp modSp add mod ord">
        <pc:chgData name="juan camilo toro mejia" userId="68a610feba2b744c" providerId="LiveId" clId="{317794E7-4766-4254-9FA3-F2D9A826E3BB}" dt="2025-11-19T18:26:57.835" v="5028" actId="552"/>
        <pc:sldMkLst>
          <pc:docMk/>
          <pc:sldMk cId="1351176218" sldId="274"/>
        </pc:sldMkLst>
        <pc:spChg chg="add mod">
          <ac:chgData name="juan camilo toro mejia" userId="68a610feba2b744c" providerId="LiveId" clId="{317794E7-4766-4254-9FA3-F2D9A826E3BB}" dt="2025-11-19T18:25:55.654" v="4931" actId="123"/>
          <ac:spMkLst>
            <pc:docMk/>
            <pc:sldMk cId="1351176218" sldId="274"/>
            <ac:spMk id="4" creationId="{458637F4-CD40-E93B-061C-B814BC08CE5F}"/>
          </ac:spMkLst>
        </pc:spChg>
        <pc:spChg chg="add mod">
          <ac:chgData name="juan camilo toro mejia" userId="68a610feba2b744c" providerId="LiveId" clId="{317794E7-4766-4254-9FA3-F2D9A826E3BB}" dt="2025-11-19T18:26:57.835" v="5028" actId="552"/>
          <ac:spMkLst>
            <pc:docMk/>
            <pc:sldMk cId="1351176218" sldId="274"/>
            <ac:spMk id="7" creationId="{AF954EC4-EF67-05BF-5378-02B9714F4D56}"/>
          </ac:spMkLst>
        </pc:spChg>
        <pc:spChg chg="add mod">
          <ac:chgData name="juan camilo toro mejia" userId="68a610feba2b744c" providerId="LiveId" clId="{317794E7-4766-4254-9FA3-F2D9A826E3BB}" dt="2025-11-19T18:26:57.835" v="5028" actId="552"/>
          <ac:spMkLst>
            <pc:docMk/>
            <pc:sldMk cId="1351176218" sldId="274"/>
            <ac:spMk id="9" creationId="{C487DCE6-4A1D-4257-7512-A2C8B0D593FB}"/>
          </ac:spMkLst>
        </pc:spChg>
        <pc:spChg chg="add mod">
          <ac:chgData name="juan camilo toro mejia" userId="68a610feba2b744c" providerId="LiveId" clId="{317794E7-4766-4254-9FA3-F2D9A826E3BB}" dt="2025-11-19T18:26:57.835" v="5028" actId="552"/>
          <ac:spMkLst>
            <pc:docMk/>
            <pc:sldMk cId="1351176218" sldId="274"/>
            <ac:spMk id="29" creationId="{E27BAF8D-C67D-6DD6-9731-9EA3CC8D0F51}"/>
          </ac:spMkLst>
        </pc:spChg>
        <pc:grpChg chg="del">
          <ac:chgData name="juan camilo toro mejia" userId="68a610feba2b744c" providerId="LiveId" clId="{317794E7-4766-4254-9FA3-F2D9A826E3BB}" dt="2025-11-19T18:21:43.738" v="4437" actId="478"/>
          <ac:grpSpMkLst>
            <pc:docMk/>
            <pc:sldMk cId="1351176218" sldId="274"/>
            <ac:grpSpMk id="2" creationId="{FCAFD66F-93F8-18BF-D8F6-A187E5E4FB94}"/>
          </ac:grpSpMkLst>
        </pc:grpChg>
      </pc:sldChg>
      <pc:sldChg chg="modSp add mod">
        <pc:chgData name="juan camilo toro mejia" userId="68a610feba2b744c" providerId="LiveId" clId="{317794E7-4766-4254-9FA3-F2D9A826E3BB}" dt="2025-11-19T18:28:48.059" v="5030" actId="207"/>
        <pc:sldMkLst>
          <pc:docMk/>
          <pc:sldMk cId="2126878482" sldId="275"/>
        </pc:sldMkLst>
        <pc:spChg chg="mod">
          <ac:chgData name="juan camilo toro mejia" userId="68a610feba2b744c" providerId="LiveId" clId="{317794E7-4766-4254-9FA3-F2D9A826E3BB}" dt="2025-11-19T18:28:48.059" v="5030" actId="207"/>
          <ac:spMkLst>
            <pc:docMk/>
            <pc:sldMk cId="2126878482" sldId="275"/>
            <ac:spMk id="2" creationId="{0B7DE857-81F9-C8C2-CAFC-EC8B0BC260CA}"/>
          </ac:spMkLst>
        </pc:spChg>
      </pc:sldChg>
      <pc:sldChg chg="modSp add mod ord">
        <pc:chgData name="juan camilo toro mejia" userId="68a610feba2b744c" providerId="LiveId" clId="{317794E7-4766-4254-9FA3-F2D9A826E3BB}" dt="2025-11-19T19:41:26.030" v="5994" actId="1036"/>
        <pc:sldMkLst>
          <pc:docMk/>
          <pc:sldMk cId="14021239" sldId="276"/>
        </pc:sldMkLst>
        <pc:spChg chg="mod">
          <ac:chgData name="juan camilo toro mejia" userId="68a610feba2b744c" providerId="LiveId" clId="{317794E7-4766-4254-9FA3-F2D9A826E3BB}" dt="2025-11-19T19:41:19.704" v="5980" actId="20577"/>
          <ac:spMkLst>
            <pc:docMk/>
            <pc:sldMk cId="14021239" sldId="276"/>
            <ac:spMk id="4" creationId="{458637F4-CD40-E93B-061C-B814BC08CE5F}"/>
          </ac:spMkLst>
        </pc:spChg>
        <pc:spChg chg="mod">
          <ac:chgData name="juan camilo toro mejia" userId="68a610feba2b744c" providerId="LiveId" clId="{317794E7-4766-4254-9FA3-F2D9A826E3BB}" dt="2025-11-19T19:40:29.066" v="5682" actId="1035"/>
          <ac:spMkLst>
            <pc:docMk/>
            <pc:sldMk cId="14021239" sldId="276"/>
            <ac:spMk id="9" creationId="{C487DCE6-4A1D-4257-7512-A2C8B0D593FB}"/>
          </ac:spMkLst>
        </pc:spChg>
        <pc:spChg chg="mod">
          <ac:chgData name="juan camilo toro mejia" userId="68a610feba2b744c" providerId="LiveId" clId="{317794E7-4766-4254-9FA3-F2D9A826E3BB}" dt="2025-11-19T19:41:26.030" v="5994" actId="1036"/>
          <ac:spMkLst>
            <pc:docMk/>
            <pc:sldMk cId="14021239" sldId="276"/>
            <ac:spMk id="29" creationId="{E27BAF8D-C67D-6DD6-9731-9EA3CC8D0F5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11/19/2025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522200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11/19/2025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211843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11/19/2025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564597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11/19/2025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548616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11/19/2025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862250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11/19/2025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4113141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11/19/2025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841389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11/19/2025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4982174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11/19/2025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60933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11/19/2025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543373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11/19/2025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166466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11/19/2025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‹Nº›</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053429"/>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Picture 3" descr="Una red de puntos conectados">
            <a:extLst>
              <a:ext uri="{FF2B5EF4-FFF2-40B4-BE49-F238E27FC236}">
                <a16:creationId xmlns:a16="http://schemas.microsoft.com/office/drawing/2014/main" id="{B52ED239-9387-0DE0-895E-51AFB9239A64}"/>
              </a:ext>
            </a:extLst>
          </p:cNvPr>
          <p:cNvPicPr>
            <a:picLocks noChangeAspect="1"/>
          </p:cNvPicPr>
          <p:nvPr/>
        </p:nvPicPr>
        <p:blipFill>
          <a:blip r:embed="rId2"/>
          <a:srcRect l="2632" r="17813" b="1"/>
          <a:stretch>
            <a:fillRect/>
          </a:stretch>
        </p:blipFill>
        <p:spPr>
          <a:xfrm>
            <a:off x="20" y="10"/>
            <a:ext cx="12191979" cy="6857990"/>
          </a:xfrm>
          <a:prstGeom prst="rect">
            <a:avLst/>
          </a:prstGeom>
        </p:spPr>
      </p:pic>
      <p:sp>
        <p:nvSpPr>
          <p:cNvPr id="11" name="Rectangle 10">
            <a:extLst>
              <a:ext uri="{FF2B5EF4-FFF2-40B4-BE49-F238E27FC236}">
                <a16:creationId xmlns:a16="http://schemas.microsoft.com/office/drawing/2014/main" id="{D21F66AB-6D67-4C86-A415-0B6E4EEC5A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3811" y="423809"/>
            <a:ext cx="6858002" cy="6010383"/>
          </a:xfrm>
          <a:prstGeom prst="rect">
            <a:avLst/>
          </a:prstGeom>
          <a:gradFill>
            <a:gsLst>
              <a:gs pos="0">
                <a:schemeClr val="bg1">
                  <a:alpha val="0"/>
                </a:schemeClr>
              </a:gs>
              <a:gs pos="46000">
                <a:schemeClr val="bg1">
                  <a:alpha val="31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ítulo 1">
            <a:extLst>
              <a:ext uri="{FF2B5EF4-FFF2-40B4-BE49-F238E27FC236}">
                <a16:creationId xmlns:a16="http://schemas.microsoft.com/office/drawing/2014/main" id="{2E202C20-5D27-59F5-8AB6-7E6CEC0DA7AC}"/>
              </a:ext>
            </a:extLst>
          </p:cNvPr>
          <p:cNvSpPr>
            <a:spLocks noGrp="1"/>
          </p:cNvSpPr>
          <p:nvPr>
            <p:ph type="ctrTitle"/>
          </p:nvPr>
        </p:nvSpPr>
        <p:spPr>
          <a:xfrm>
            <a:off x="313785" y="908651"/>
            <a:ext cx="8239371" cy="3972816"/>
          </a:xfrm>
        </p:spPr>
        <p:txBody>
          <a:bodyPr anchor="t">
            <a:normAutofit/>
          </a:bodyPr>
          <a:lstStyle/>
          <a:p>
            <a:r>
              <a:rPr lang="es-CO" sz="6800" b="1" dirty="0">
                <a:latin typeface="Century Gothic" panose="020B0502020202020204" pitchFamily="34" charset="0"/>
              </a:rPr>
              <a:t>Drive </a:t>
            </a:r>
            <a:br>
              <a:rPr lang="es-CO" sz="6800" b="1" dirty="0">
                <a:latin typeface="Century Gothic" panose="020B0502020202020204" pitchFamily="34" charset="0"/>
              </a:rPr>
            </a:br>
            <a:r>
              <a:rPr lang="es-CO" sz="6800" b="1" dirty="0">
                <a:latin typeface="Century Gothic" panose="020B0502020202020204" pitchFamily="34" charset="0"/>
              </a:rPr>
              <a:t>Score</a:t>
            </a:r>
          </a:p>
        </p:txBody>
      </p:sp>
      <p:sp>
        <p:nvSpPr>
          <p:cNvPr id="3" name="Subtítulo 2">
            <a:extLst>
              <a:ext uri="{FF2B5EF4-FFF2-40B4-BE49-F238E27FC236}">
                <a16:creationId xmlns:a16="http://schemas.microsoft.com/office/drawing/2014/main" id="{5F6105D2-A537-C7B9-C6F8-95FA11E8FE02}"/>
              </a:ext>
            </a:extLst>
          </p:cNvPr>
          <p:cNvSpPr>
            <a:spLocks noGrp="1"/>
          </p:cNvSpPr>
          <p:nvPr>
            <p:ph type="subTitle" idx="1"/>
          </p:nvPr>
        </p:nvSpPr>
        <p:spPr>
          <a:xfrm>
            <a:off x="313787" y="5050631"/>
            <a:ext cx="4022686" cy="1364023"/>
          </a:xfrm>
        </p:spPr>
        <p:txBody>
          <a:bodyPr vert="horz" lIns="91440" tIns="45720" rIns="91440" bIns="45720" rtlCol="0" anchor="t">
            <a:normAutofit fontScale="32500" lnSpcReduction="20000"/>
          </a:bodyPr>
          <a:lstStyle/>
          <a:p>
            <a:pPr>
              <a:lnSpc>
                <a:spcPct val="100000"/>
              </a:lnSpc>
              <a:spcBef>
                <a:spcPct val="0"/>
              </a:spcBef>
            </a:pPr>
            <a:r>
              <a:rPr lang="es-CO" sz="6800" b="1" cap="all" spc="30" dirty="0">
                <a:latin typeface="Century Gothic" panose="020B0502020202020204" pitchFamily="34" charset="0"/>
                <a:ea typeface="+mj-ea"/>
                <a:cs typeface="+mj-cs"/>
              </a:rPr>
              <a:t>Juan Camilo Toro Mejía</a:t>
            </a:r>
          </a:p>
          <a:p>
            <a:pPr>
              <a:lnSpc>
                <a:spcPct val="100000"/>
              </a:lnSpc>
              <a:spcBef>
                <a:spcPct val="0"/>
              </a:spcBef>
            </a:pPr>
            <a:r>
              <a:rPr lang="es-CO" sz="6800" b="1" cap="all" spc="30" dirty="0">
                <a:latin typeface="Century Gothic" panose="020B0502020202020204" pitchFamily="34" charset="0"/>
                <a:ea typeface="+mj-ea"/>
                <a:cs typeface="+mj-cs"/>
              </a:rPr>
              <a:t>Prueba para cargo</a:t>
            </a:r>
          </a:p>
          <a:p>
            <a:pPr>
              <a:lnSpc>
                <a:spcPct val="100000"/>
              </a:lnSpc>
              <a:spcBef>
                <a:spcPct val="0"/>
              </a:spcBef>
            </a:pPr>
            <a:r>
              <a:rPr lang="es-CO" sz="6800" b="1" cap="all" spc="30" dirty="0">
                <a:latin typeface="Century Gothic" panose="020B0502020202020204" pitchFamily="34" charset="0"/>
                <a:ea typeface="+mj-ea"/>
                <a:cs typeface="+mj-cs"/>
              </a:rPr>
              <a:t>Científico de Datos</a:t>
            </a:r>
          </a:p>
        </p:txBody>
      </p:sp>
      <p:cxnSp>
        <p:nvCxnSpPr>
          <p:cNvPr id="13" name="Straight Connector 12">
            <a:extLst>
              <a:ext uri="{FF2B5EF4-FFF2-40B4-BE49-F238E27FC236}">
                <a16:creationId xmlns:a16="http://schemas.microsoft.com/office/drawing/2014/main" id="{0B66F5E1-B07D-4718-F4B4-5FCE4B7E8F4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900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432700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B7DE857-81F9-C8C2-CAFC-EC8B0BC260CA}"/>
              </a:ext>
            </a:extLst>
          </p:cNvPr>
          <p:cNvSpPr txBox="1"/>
          <p:nvPr/>
        </p:nvSpPr>
        <p:spPr>
          <a:xfrm>
            <a:off x="886691" y="2244437"/>
            <a:ext cx="8950036" cy="3108543"/>
          </a:xfrm>
          <a:prstGeom prst="rect">
            <a:avLst/>
          </a:prstGeom>
          <a:noFill/>
        </p:spPr>
        <p:txBody>
          <a:bodyPr wrap="square" rtlCol="0">
            <a:spAutoFit/>
          </a:bodyPr>
          <a:lstStyle/>
          <a:p>
            <a:pPr marL="342900" indent="-342900">
              <a:buAutoNum type="arabicPeriod"/>
            </a:pPr>
            <a:r>
              <a:rPr lang="es-CO" sz="2800" dirty="0">
                <a:latin typeface="Century Gothic" panose="020B0502020202020204" pitchFamily="34" charset="0"/>
              </a:rPr>
              <a:t>Objetivo del modelo</a:t>
            </a:r>
          </a:p>
          <a:p>
            <a:pPr marL="342900" indent="-342900">
              <a:buAutoNum type="arabicPeriod"/>
            </a:pPr>
            <a:r>
              <a:rPr lang="es-CO" sz="2800" dirty="0">
                <a:latin typeface="Century Gothic" panose="020B0502020202020204" pitchFamily="34" charset="0"/>
              </a:rPr>
              <a:t>Análisis exploratorio de Datos</a:t>
            </a:r>
          </a:p>
          <a:p>
            <a:pPr marL="342900" indent="-342900">
              <a:buAutoNum type="arabicPeriod"/>
            </a:pPr>
            <a:r>
              <a:rPr lang="es-CO" sz="2800" dirty="0">
                <a:latin typeface="Century Gothic" panose="020B0502020202020204" pitchFamily="34" charset="0"/>
              </a:rPr>
              <a:t>Elaboración del modelo</a:t>
            </a:r>
          </a:p>
          <a:p>
            <a:pPr marL="342900" indent="-342900">
              <a:buAutoNum type="arabicPeriod"/>
            </a:pPr>
            <a:r>
              <a:rPr lang="es-CO" sz="2800" dirty="0">
                <a:latin typeface="Century Gothic" panose="020B0502020202020204" pitchFamily="34" charset="0"/>
              </a:rPr>
              <a:t>Principales hallazgos del modelo</a:t>
            </a:r>
          </a:p>
          <a:p>
            <a:pPr marL="342900" indent="-342900">
              <a:buAutoNum type="arabicPeriod"/>
            </a:pPr>
            <a:r>
              <a:rPr lang="es-CO" sz="2800" dirty="0">
                <a:latin typeface="Century Gothic" panose="020B0502020202020204" pitchFamily="34" charset="0"/>
              </a:rPr>
              <a:t>Arquitectura </a:t>
            </a:r>
          </a:p>
          <a:p>
            <a:pPr marL="342900" indent="-342900">
              <a:buAutoNum type="arabicPeriod"/>
            </a:pPr>
            <a:r>
              <a:rPr lang="es-CO" sz="2800" dirty="0">
                <a:latin typeface="Century Gothic" panose="020B0502020202020204" pitchFamily="34" charset="0"/>
              </a:rPr>
              <a:t>Monetización de la iniciativa</a:t>
            </a:r>
          </a:p>
          <a:p>
            <a:pPr marL="342900" indent="-342900">
              <a:buAutoNum type="arabicPeriod"/>
            </a:pPr>
            <a:r>
              <a:rPr lang="es-CO" sz="2800" dirty="0">
                <a:latin typeface="Century Gothic" panose="020B0502020202020204" pitchFamily="34" charset="0"/>
              </a:rPr>
              <a:t>Conclusiones</a:t>
            </a:r>
          </a:p>
        </p:txBody>
      </p:sp>
      <p:sp>
        <p:nvSpPr>
          <p:cNvPr id="3" name="CuadroTexto 2">
            <a:extLst>
              <a:ext uri="{FF2B5EF4-FFF2-40B4-BE49-F238E27FC236}">
                <a16:creationId xmlns:a16="http://schemas.microsoft.com/office/drawing/2014/main" id="{16131862-8802-E107-1402-AE9A025FF9EC}"/>
              </a:ext>
            </a:extLst>
          </p:cNvPr>
          <p:cNvSpPr txBox="1"/>
          <p:nvPr/>
        </p:nvSpPr>
        <p:spPr>
          <a:xfrm>
            <a:off x="886691" y="1205345"/>
            <a:ext cx="4031673" cy="461665"/>
          </a:xfrm>
          <a:prstGeom prst="rect">
            <a:avLst/>
          </a:prstGeom>
          <a:noFill/>
        </p:spPr>
        <p:txBody>
          <a:bodyPr wrap="square" rtlCol="0">
            <a:spAutoFit/>
          </a:bodyPr>
          <a:lstStyle/>
          <a:p>
            <a:r>
              <a:rPr lang="es-CO" sz="2400" b="1" dirty="0">
                <a:solidFill>
                  <a:srgbClr val="0070C0"/>
                </a:solidFill>
                <a:latin typeface="Century Gothic" panose="020B0502020202020204" pitchFamily="34" charset="0"/>
              </a:rPr>
              <a:t>Agenda</a:t>
            </a:r>
          </a:p>
        </p:txBody>
      </p:sp>
    </p:spTree>
    <p:extLst>
      <p:ext uri="{BB962C8B-B14F-4D97-AF65-F5344CB8AC3E}">
        <p14:creationId xmlns:p14="http://schemas.microsoft.com/office/powerpoint/2010/main" val="1259840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B7DE857-81F9-C8C2-CAFC-EC8B0BC260CA}"/>
              </a:ext>
            </a:extLst>
          </p:cNvPr>
          <p:cNvSpPr txBox="1"/>
          <p:nvPr/>
        </p:nvSpPr>
        <p:spPr>
          <a:xfrm>
            <a:off x="886691" y="2244437"/>
            <a:ext cx="8950036" cy="3108543"/>
          </a:xfrm>
          <a:prstGeom prst="rect">
            <a:avLst/>
          </a:prstGeom>
          <a:noFill/>
        </p:spPr>
        <p:txBody>
          <a:bodyPr wrap="square" rtlCol="0">
            <a:spAutoFit/>
          </a:bodyPr>
          <a:lstStyle/>
          <a:p>
            <a:pPr marL="342900" indent="-342900">
              <a:buAutoNum type="arabicPeriod"/>
            </a:pPr>
            <a:r>
              <a:rPr lang="es-CO" sz="2800" dirty="0">
                <a:latin typeface="Century Gothic" panose="020B0502020202020204" pitchFamily="34" charset="0"/>
              </a:rPr>
              <a:t>Objetivo del modelo</a:t>
            </a:r>
          </a:p>
          <a:p>
            <a:pPr marL="342900" indent="-342900">
              <a:buAutoNum type="arabicPeriod"/>
            </a:pPr>
            <a:r>
              <a:rPr lang="es-CO" sz="2800" dirty="0">
                <a:solidFill>
                  <a:schemeClr val="bg1">
                    <a:lumMod val="95000"/>
                  </a:schemeClr>
                </a:solidFill>
                <a:latin typeface="Century Gothic" panose="020B0502020202020204" pitchFamily="34" charset="0"/>
              </a:rPr>
              <a:t>Análisis exploratorio de Datos</a:t>
            </a:r>
          </a:p>
          <a:p>
            <a:pPr marL="342900" indent="-342900">
              <a:buAutoNum type="arabicPeriod"/>
            </a:pPr>
            <a:r>
              <a:rPr lang="es-CO" sz="2800" dirty="0">
                <a:solidFill>
                  <a:schemeClr val="bg1">
                    <a:lumMod val="95000"/>
                  </a:schemeClr>
                </a:solidFill>
                <a:latin typeface="Century Gothic" panose="020B0502020202020204" pitchFamily="34" charset="0"/>
              </a:rPr>
              <a:t>Elaboración del modelo</a:t>
            </a:r>
          </a:p>
          <a:p>
            <a:pPr marL="342900" indent="-342900">
              <a:buAutoNum type="arabicPeriod"/>
            </a:pPr>
            <a:r>
              <a:rPr lang="es-CO" sz="2800" dirty="0">
                <a:solidFill>
                  <a:schemeClr val="bg1">
                    <a:lumMod val="95000"/>
                  </a:schemeClr>
                </a:solidFill>
                <a:latin typeface="Century Gothic" panose="020B0502020202020204" pitchFamily="34" charset="0"/>
              </a:rPr>
              <a:t>Principales hallazgos del modelo</a:t>
            </a:r>
          </a:p>
          <a:p>
            <a:pPr marL="342900" indent="-342900">
              <a:buAutoNum type="arabicPeriod"/>
            </a:pPr>
            <a:r>
              <a:rPr lang="es-CO" sz="2800" dirty="0">
                <a:solidFill>
                  <a:schemeClr val="bg1">
                    <a:lumMod val="95000"/>
                  </a:schemeClr>
                </a:solidFill>
                <a:latin typeface="Century Gothic" panose="020B0502020202020204" pitchFamily="34" charset="0"/>
              </a:rPr>
              <a:t>Arquitectura </a:t>
            </a:r>
          </a:p>
          <a:p>
            <a:pPr marL="342900" indent="-342900">
              <a:buAutoNum type="arabicPeriod"/>
            </a:pPr>
            <a:r>
              <a:rPr lang="es-CO" sz="2800" dirty="0">
                <a:solidFill>
                  <a:schemeClr val="bg1">
                    <a:lumMod val="95000"/>
                  </a:schemeClr>
                </a:solidFill>
                <a:latin typeface="Century Gothic" panose="020B0502020202020204" pitchFamily="34" charset="0"/>
              </a:rPr>
              <a:t>Monetización de la iniciativa</a:t>
            </a:r>
          </a:p>
          <a:p>
            <a:pPr marL="342900" indent="-342900">
              <a:buAutoNum type="arabicPeriod"/>
            </a:pPr>
            <a:r>
              <a:rPr lang="es-CO" sz="2800" dirty="0">
                <a:solidFill>
                  <a:schemeClr val="bg1">
                    <a:lumMod val="95000"/>
                  </a:schemeClr>
                </a:solidFill>
                <a:latin typeface="Century Gothic" panose="020B0502020202020204" pitchFamily="34" charset="0"/>
              </a:rPr>
              <a:t>Conclusiones</a:t>
            </a:r>
          </a:p>
        </p:txBody>
      </p:sp>
      <p:sp>
        <p:nvSpPr>
          <p:cNvPr id="3" name="CuadroTexto 2">
            <a:extLst>
              <a:ext uri="{FF2B5EF4-FFF2-40B4-BE49-F238E27FC236}">
                <a16:creationId xmlns:a16="http://schemas.microsoft.com/office/drawing/2014/main" id="{16131862-8802-E107-1402-AE9A025FF9EC}"/>
              </a:ext>
            </a:extLst>
          </p:cNvPr>
          <p:cNvSpPr txBox="1"/>
          <p:nvPr/>
        </p:nvSpPr>
        <p:spPr>
          <a:xfrm>
            <a:off x="886691" y="1205345"/>
            <a:ext cx="4031673" cy="461665"/>
          </a:xfrm>
          <a:prstGeom prst="rect">
            <a:avLst/>
          </a:prstGeom>
          <a:noFill/>
        </p:spPr>
        <p:txBody>
          <a:bodyPr wrap="square" rtlCol="0">
            <a:spAutoFit/>
          </a:bodyPr>
          <a:lstStyle/>
          <a:p>
            <a:r>
              <a:rPr lang="es-CO" sz="2400" b="1" dirty="0">
                <a:solidFill>
                  <a:srgbClr val="0070C0"/>
                </a:solidFill>
                <a:latin typeface="Century Gothic" panose="020B0502020202020204" pitchFamily="34" charset="0"/>
              </a:rPr>
              <a:t>Agenda</a:t>
            </a:r>
          </a:p>
        </p:txBody>
      </p:sp>
    </p:spTree>
    <p:extLst>
      <p:ext uri="{BB962C8B-B14F-4D97-AF65-F5344CB8AC3E}">
        <p14:creationId xmlns:p14="http://schemas.microsoft.com/office/powerpoint/2010/main" val="3324723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C576F26-ACC0-2D16-7F14-91EFB2FCCEDE}"/>
              </a:ext>
            </a:extLst>
          </p:cNvPr>
          <p:cNvSpPr txBox="1"/>
          <p:nvPr/>
        </p:nvSpPr>
        <p:spPr>
          <a:xfrm>
            <a:off x="1662545" y="2228671"/>
            <a:ext cx="8132619" cy="1938992"/>
          </a:xfrm>
          <a:prstGeom prst="rect">
            <a:avLst/>
          </a:prstGeom>
          <a:noFill/>
        </p:spPr>
        <p:txBody>
          <a:bodyPr wrap="square" rtlCol="0">
            <a:spAutoFit/>
          </a:bodyPr>
          <a:lstStyle/>
          <a:p>
            <a:pPr algn="just"/>
            <a:r>
              <a:rPr lang="es-CO" sz="2400" dirty="0">
                <a:latin typeface="Century Gothic" panose="020B0502020202020204" pitchFamily="34" charset="0"/>
              </a:rPr>
              <a:t>Desarrollar un modelo Drive Score  basado en telemetría vehicular que permita identificar el nivel de riesgo de conducción de cada usuario, facilitando la toma de decisiones en precios de seguros vehiculares y seguridad y mantenimiento </a:t>
            </a:r>
          </a:p>
        </p:txBody>
      </p:sp>
    </p:spTree>
    <p:extLst>
      <p:ext uri="{BB962C8B-B14F-4D97-AF65-F5344CB8AC3E}">
        <p14:creationId xmlns:p14="http://schemas.microsoft.com/office/powerpoint/2010/main" val="2826129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B7DE857-81F9-C8C2-CAFC-EC8B0BC260CA}"/>
              </a:ext>
            </a:extLst>
          </p:cNvPr>
          <p:cNvSpPr txBox="1"/>
          <p:nvPr/>
        </p:nvSpPr>
        <p:spPr>
          <a:xfrm>
            <a:off x="886691" y="2244437"/>
            <a:ext cx="8950036" cy="3108543"/>
          </a:xfrm>
          <a:prstGeom prst="rect">
            <a:avLst/>
          </a:prstGeom>
          <a:noFill/>
        </p:spPr>
        <p:txBody>
          <a:bodyPr wrap="square" rtlCol="0">
            <a:spAutoFit/>
          </a:bodyPr>
          <a:lstStyle/>
          <a:p>
            <a:pPr marL="342900" indent="-342900">
              <a:buAutoNum type="arabicPeriod"/>
            </a:pPr>
            <a:r>
              <a:rPr lang="es-CO" sz="2800" dirty="0">
                <a:solidFill>
                  <a:schemeClr val="bg1">
                    <a:lumMod val="95000"/>
                  </a:schemeClr>
                </a:solidFill>
                <a:latin typeface="Century Gothic" panose="020B0502020202020204" pitchFamily="34" charset="0"/>
              </a:rPr>
              <a:t>Objetivo del modelo</a:t>
            </a:r>
          </a:p>
          <a:p>
            <a:pPr marL="342900" indent="-342900">
              <a:buAutoNum type="arabicPeriod"/>
            </a:pPr>
            <a:r>
              <a:rPr lang="es-CO" sz="2800" dirty="0">
                <a:latin typeface="Century Gothic" panose="020B0502020202020204" pitchFamily="34" charset="0"/>
              </a:rPr>
              <a:t>Análisis exploratorio de Datos</a:t>
            </a:r>
          </a:p>
          <a:p>
            <a:pPr marL="342900" indent="-342900">
              <a:buAutoNum type="arabicPeriod"/>
            </a:pPr>
            <a:r>
              <a:rPr lang="es-CO" sz="2800" dirty="0">
                <a:solidFill>
                  <a:schemeClr val="bg1">
                    <a:lumMod val="95000"/>
                  </a:schemeClr>
                </a:solidFill>
                <a:latin typeface="Century Gothic" panose="020B0502020202020204" pitchFamily="34" charset="0"/>
              </a:rPr>
              <a:t>Elaboración del modelo</a:t>
            </a:r>
          </a:p>
          <a:p>
            <a:pPr marL="342900" indent="-342900">
              <a:buAutoNum type="arabicPeriod"/>
            </a:pPr>
            <a:r>
              <a:rPr lang="es-CO" sz="2800" dirty="0">
                <a:solidFill>
                  <a:schemeClr val="bg1">
                    <a:lumMod val="95000"/>
                  </a:schemeClr>
                </a:solidFill>
                <a:latin typeface="Century Gothic" panose="020B0502020202020204" pitchFamily="34" charset="0"/>
              </a:rPr>
              <a:t>Principales hallazgos del modelo</a:t>
            </a:r>
          </a:p>
          <a:p>
            <a:pPr marL="342900" indent="-342900">
              <a:buAutoNum type="arabicPeriod"/>
            </a:pPr>
            <a:r>
              <a:rPr lang="es-CO" sz="2800" dirty="0">
                <a:solidFill>
                  <a:schemeClr val="bg1">
                    <a:lumMod val="95000"/>
                  </a:schemeClr>
                </a:solidFill>
                <a:latin typeface="Century Gothic" panose="020B0502020202020204" pitchFamily="34" charset="0"/>
              </a:rPr>
              <a:t>Arquitectura </a:t>
            </a:r>
          </a:p>
          <a:p>
            <a:pPr marL="342900" indent="-342900">
              <a:buAutoNum type="arabicPeriod"/>
            </a:pPr>
            <a:r>
              <a:rPr lang="es-CO" sz="2800" dirty="0">
                <a:solidFill>
                  <a:schemeClr val="bg1">
                    <a:lumMod val="95000"/>
                  </a:schemeClr>
                </a:solidFill>
                <a:latin typeface="Century Gothic" panose="020B0502020202020204" pitchFamily="34" charset="0"/>
              </a:rPr>
              <a:t>Monetización de la iniciativa</a:t>
            </a:r>
          </a:p>
          <a:p>
            <a:pPr marL="342900" indent="-342900">
              <a:buAutoNum type="arabicPeriod"/>
            </a:pPr>
            <a:r>
              <a:rPr lang="es-CO" sz="2800" dirty="0">
                <a:solidFill>
                  <a:schemeClr val="bg1">
                    <a:lumMod val="95000"/>
                  </a:schemeClr>
                </a:solidFill>
                <a:latin typeface="Century Gothic" panose="020B0502020202020204" pitchFamily="34" charset="0"/>
              </a:rPr>
              <a:t>Conclusiones</a:t>
            </a:r>
          </a:p>
        </p:txBody>
      </p:sp>
      <p:sp>
        <p:nvSpPr>
          <p:cNvPr id="3" name="CuadroTexto 2">
            <a:extLst>
              <a:ext uri="{FF2B5EF4-FFF2-40B4-BE49-F238E27FC236}">
                <a16:creationId xmlns:a16="http://schemas.microsoft.com/office/drawing/2014/main" id="{16131862-8802-E107-1402-AE9A025FF9EC}"/>
              </a:ext>
            </a:extLst>
          </p:cNvPr>
          <p:cNvSpPr txBox="1"/>
          <p:nvPr/>
        </p:nvSpPr>
        <p:spPr>
          <a:xfrm>
            <a:off x="886691" y="1205345"/>
            <a:ext cx="4031673" cy="461665"/>
          </a:xfrm>
          <a:prstGeom prst="rect">
            <a:avLst/>
          </a:prstGeom>
          <a:noFill/>
        </p:spPr>
        <p:txBody>
          <a:bodyPr wrap="square" rtlCol="0">
            <a:spAutoFit/>
          </a:bodyPr>
          <a:lstStyle/>
          <a:p>
            <a:r>
              <a:rPr lang="es-CO" sz="2400" b="1" dirty="0">
                <a:solidFill>
                  <a:srgbClr val="0070C0"/>
                </a:solidFill>
                <a:latin typeface="Century Gothic" panose="020B0502020202020204" pitchFamily="34" charset="0"/>
              </a:rPr>
              <a:t>Agenda</a:t>
            </a:r>
          </a:p>
        </p:txBody>
      </p:sp>
    </p:spTree>
    <p:extLst>
      <p:ext uri="{BB962C8B-B14F-4D97-AF65-F5344CB8AC3E}">
        <p14:creationId xmlns:p14="http://schemas.microsoft.com/office/powerpoint/2010/main" val="1667215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Rectangle 13">
            <a:extLst>
              <a:ext uri="{FF2B5EF4-FFF2-40B4-BE49-F238E27FC236}">
                <a16:creationId xmlns:a16="http://schemas.microsoft.com/office/drawing/2014/main" id="{B9C0E6AB-EAB6-41E0-9D49-369643E87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822191AC-90E5-7947-9CB8-C2EC204F1256}"/>
              </a:ext>
            </a:extLst>
          </p:cNvPr>
          <p:cNvPicPr>
            <a:picLocks noChangeAspect="1"/>
          </p:cNvPicPr>
          <p:nvPr/>
        </p:nvPicPr>
        <p:blipFill>
          <a:blip r:embed="rId2"/>
          <a:stretch>
            <a:fillRect/>
          </a:stretch>
        </p:blipFill>
        <p:spPr>
          <a:xfrm>
            <a:off x="1855177" y="1277173"/>
            <a:ext cx="8048175" cy="5306507"/>
          </a:xfrm>
          <a:prstGeom prst="rect">
            <a:avLst/>
          </a:prstGeom>
        </p:spPr>
      </p:pic>
      <p:sp>
        <p:nvSpPr>
          <p:cNvPr id="8" name="CuadroTexto 7">
            <a:extLst>
              <a:ext uri="{FF2B5EF4-FFF2-40B4-BE49-F238E27FC236}">
                <a16:creationId xmlns:a16="http://schemas.microsoft.com/office/drawing/2014/main" id="{2ACC2811-A473-D076-808A-832F16656F54}"/>
              </a:ext>
            </a:extLst>
          </p:cNvPr>
          <p:cNvSpPr txBox="1"/>
          <p:nvPr/>
        </p:nvSpPr>
        <p:spPr>
          <a:xfrm>
            <a:off x="1195754" y="239151"/>
            <a:ext cx="10367889" cy="923330"/>
          </a:xfrm>
          <a:prstGeom prst="rect">
            <a:avLst/>
          </a:prstGeom>
          <a:noFill/>
        </p:spPr>
        <p:txBody>
          <a:bodyPr wrap="square" rtlCol="0">
            <a:spAutoFit/>
          </a:bodyPr>
          <a:lstStyle/>
          <a:p>
            <a:pPr algn="just"/>
            <a:r>
              <a:rPr lang="es-CO" dirty="0">
                <a:latin typeface="Century Gothic" panose="020B0502020202020204" pitchFamily="34" charset="0"/>
              </a:rPr>
              <a:t>Se evidencia la presencia de datos atípicos en cada una de las variables explicativas, destacando resultados como la variable </a:t>
            </a:r>
            <a:r>
              <a:rPr lang="es-CO" b="1" dirty="0" err="1">
                <a:solidFill>
                  <a:srgbClr val="0070C0"/>
                </a:solidFill>
                <a:latin typeface="Century Gothic" panose="020B0502020202020204" pitchFamily="34" charset="0"/>
              </a:rPr>
              <a:t>Speed</a:t>
            </a:r>
            <a:r>
              <a:rPr lang="es-CO" b="1" dirty="0">
                <a:solidFill>
                  <a:srgbClr val="0070C0"/>
                </a:solidFill>
                <a:latin typeface="Century Gothic" panose="020B0502020202020204" pitchFamily="34" charset="0"/>
              </a:rPr>
              <a:t> </a:t>
            </a:r>
            <a:r>
              <a:rPr lang="es-CO" dirty="0">
                <a:latin typeface="Century Gothic" panose="020B0502020202020204" pitchFamily="34" charset="0"/>
              </a:rPr>
              <a:t>, donde se puede determinar con claridad que hubo viajes en los cuales se realizaron a altas velocidades.</a:t>
            </a:r>
          </a:p>
        </p:txBody>
      </p:sp>
    </p:spTree>
    <p:extLst>
      <p:ext uri="{BB962C8B-B14F-4D97-AF65-F5344CB8AC3E}">
        <p14:creationId xmlns:p14="http://schemas.microsoft.com/office/powerpoint/2010/main" val="1210837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Rectangle 13">
            <a:extLst>
              <a:ext uri="{FF2B5EF4-FFF2-40B4-BE49-F238E27FC236}">
                <a16:creationId xmlns:a16="http://schemas.microsoft.com/office/drawing/2014/main" id="{B9C0E6AB-EAB6-41E0-9D49-369643E87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2ACC2811-A473-D076-808A-832F16656F54}"/>
              </a:ext>
            </a:extLst>
          </p:cNvPr>
          <p:cNvSpPr txBox="1"/>
          <p:nvPr/>
        </p:nvSpPr>
        <p:spPr>
          <a:xfrm>
            <a:off x="1195754" y="239151"/>
            <a:ext cx="10367889" cy="1477328"/>
          </a:xfrm>
          <a:prstGeom prst="rect">
            <a:avLst/>
          </a:prstGeom>
          <a:noFill/>
        </p:spPr>
        <p:txBody>
          <a:bodyPr wrap="square" rtlCol="0">
            <a:spAutoFit/>
          </a:bodyPr>
          <a:lstStyle/>
          <a:p>
            <a:pPr algn="just"/>
            <a:r>
              <a:rPr lang="es-CO" dirty="0">
                <a:latin typeface="Century Gothic" panose="020B0502020202020204" pitchFamily="34" charset="0"/>
              </a:rPr>
              <a:t>Se crea una variable respuesta teniendo en cuenta los siguientes aspectos de conducción: si durante un viaje el vehículo acelero fuertemente, frenó de manera brusca, si realizó un giro inesperado o tomó algún hueco o bache, entonces se le marcar 1 a ese viaje y será visto como una probabilidad de accidente , de lo contrario no tendrá probabilidad de accidente</a:t>
            </a:r>
          </a:p>
        </p:txBody>
      </p:sp>
      <p:pic>
        <p:nvPicPr>
          <p:cNvPr id="3" name="Imagen 2">
            <a:extLst>
              <a:ext uri="{FF2B5EF4-FFF2-40B4-BE49-F238E27FC236}">
                <a16:creationId xmlns:a16="http://schemas.microsoft.com/office/drawing/2014/main" id="{833BC291-2CD6-61A8-937E-F131F9C545BC}"/>
              </a:ext>
            </a:extLst>
          </p:cNvPr>
          <p:cNvPicPr>
            <a:picLocks noChangeAspect="1"/>
          </p:cNvPicPr>
          <p:nvPr/>
        </p:nvPicPr>
        <p:blipFill>
          <a:blip r:embed="rId2"/>
          <a:stretch>
            <a:fillRect/>
          </a:stretch>
        </p:blipFill>
        <p:spPr>
          <a:xfrm>
            <a:off x="3061657" y="2105653"/>
            <a:ext cx="6262452" cy="3757472"/>
          </a:xfrm>
          <a:prstGeom prst="rect">
            <a:avLst/>
          </a:prstGeom>
        </p:spPr>
      </p:pic>
    </p:spTree>
    <p:extLst>
      <p:ext uri="{BB962C8B-B14F-4D97-AF65-F5344CB8AC3E}">
        <p14:creationId xmlns:p14="http://schemas.microsoft.com/office/powerpoint/2010/main" val="3956663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Rectangle 13">
            <a:extLst>
              <a:ext uri="{FF2B5EF4-FFF2-40B4-BE49-F238E27FC236}">
                <a16:creationId xmlns:a16="http://schemas.microsoft.com/office/drawing/2014/main" id="{B9C0E6AB-EAB6-41E0-9D49-369643E87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2ACC2811-A473-D076-808A-832F16656F54}"/>
              </a:ext>
            </a:extLst>
          </p:cNvPr>
          <p:cNvSpPr txBox="1"/>
          <p:nvPr/>
        </p:nvSpPr>
        <p:spPr>
          <a:xfrm>
            <a:off x="1195754" y="239151"/>
            <a:ext cx="10367889" cy="1200329"/>
          </a:xfrm>
          <a:prstGeom prst="rect">
            <a:avLst/>
          </a:prstGeom>
          <a:noFill/>
        </p:spPr>
        <p:txBody>
          <a:bodyPr wrap="square" rtlCol="0">
            <a:spAutoFit/>
          </a:bodyPr>
          <a:lstStyle/>
          <a:p>
            <a:pPr algn="just"/>
            <a:r>
              <a:rPr lang="es-CO" dirty="0">
                <a:latin typeface="Century Gothic" panose="020B0502020202020204" pitchFamily="34" charset="0"/>
              </a:rPr>
              <a:t>Se destaca que los viajes donde no hay probabilidad de accidente tienen a conducir </a:t>
            </a:r>
            <a:r>
              <a:rPr lang="es-CO" dirty="0">
                <a:solidFill>
                  <a:srgbClr val="0070C0"/>
                </a:solidFill>
                <a:latin typeface="Century Gothic" panose="020B0502020202020204" pitchFamily="34" charset="0"/>
              </a:rPr>
              <a:t>a velocidades más constantes y bajas </a:t>
            </a:r>
            <a:r>
              <a:rPr lang="es-CO" dirty="0">
                <a:latin typeface="Century Gothic" panose="020B0502020202020204" pitchFamily="34" charset="0"/>
              </a:rPr>
              <a:t>, mientras que aquellos que presentan mayor probabilidad de accidente lo hacen a mayores velocidades. </a:t>
            </a:r>
            <a:r>
              <a:rPr lang="es-CO" dirty="0">
                <a:solidFill>
                  <a:srgbClr val="0070C0"/>
                </a:solidFill>
                <a:latin typeface="Century Gothic" panose="020B0502020202020204" pitchFamily="34" charset="0"/>
              </a:rPr>
              <a:t>Igual pasa con observaciones como la aceleración o la toma de huecos o baches</a:t>
            </a:r>
          </a:p>
        </p:txBody>
      </p:sp>
      <p:pic>
        <p:nvPicPr>
          <p:cNvPr id="3" name="Imagen 2">
            <a:extLst>
              <a:ext uri="{FF2B5EF4-FFF2-40B4-BE49-F238E27FC236}">
                <a16:creationId xmlns:a16="http://schemas.microsoft.com/office/drawing/2014/main" id="{E8437D37-7C0C-943C-236F-ED1B7B6C8847}"/>
              </a:ext>
            </a:extLst>
          </p:cNvPr>
          <p:cNvPicPr>
            <a:picLocks noChangeAspect="1"/>
          </p:cNvPicPr>
          <p:nvPr/>
        </p:nvPicPr>
        <p:blipFill>
          <a:blip r:embed="rId2"/>
          <a:stretch>
            <a:fillRect/>
          </a:stretch>
        </p:blipFill>
        <p:spPr>
          <a:xfrm>
            <a:off x="1195754" y="1693026"/>
            <a:ext cx="4009292" cy="2277743"/>
          </a:xfrm>
          <a:prstGeom prst="rect">
            <a:avLst/>
          </a:prstGeom>
        </p:spPr>
      </p:pic>
      <p:pic>
        <p:nvPicPr>
          <p:cNvPr id="6" name="Imagen 5">
            <a:extLst>
              <a:ext uri="{FF2B5EF4-FFF2-40B4-BE49-F238E27FC236}">
                <a16:creationId xmlns:a16="http://schemas.microsoft.com/office/drawing/2014/main" id="{88C8D7F3-A69A-469D-F9D9-03688D53A51E}"/>
              </a:ext>
            </a:extLst>
          </p:cNvPr>
          <p:cNvPicPr>
            <a:picLocks noChangeAspect="1"/>
          </p:cNvPicPr>
          <p:nvPr/>
        </p:nvPicPr>
        <p:blipFill>
          <a:blip r:embed="rId3"/>
          <a:srcRect t="3990"/>
          <a:stretch/>
        </p:blipFill>
        <p:spPr>
          <a:xfrm>
            <a:off x="6015763" y="1693025"/>
            <a:ext cx="4213558" cy="2277743"/>
          </a:xfrm>
          <a:prstGeom prst="rect">
            <a:avLst/>
          </a:prstGeom>
        </p:spPr>
      </p:pic>
      <p:pic>
        <p:nvPicPr>
          <p:cNvPr id="9" name="Imagen 8">
            <a:extLst>
              <a:ext uri="{FF2B5EF4-FFF2-40B4-BE49-F238E27FC236}">
                <a16:creationId xmlns:a16="http://schemas.microsoft.com/office/drawing/2014/main" id="{9D74F41B-9E63-6834-08E7-0AA82272F5AD}"/>
              </a:ext>
            </a:extLst>
          </p:cNvPr>
          <p:cNvPicPr>
            <a:picLocks noChangeAspect="1"/>
          </p:cNvPicPr>
          <p:nvPr/>
        </p:nvPicPr>
        <p:blipFill>
          <a:blip r:embed="rId4"/>
          <a:stretch>
            <a:fillRect/>
          </a:stretch>
        </p:blipFill>
        <p:spPr>
          <a:xfrm>
            <a:off x="1195754" y="4197666"/>
            <a:ext cx="4018578" cy="2251094"/>
          </a:xfrm>
          <a:prstGeom prst="rect">
            <a:avLst/>
          </a:prstGeom>
        </p:spPr>
      </p:pic>
      <p:pic>
        <p:nvPicPr>
          <p:cNvPr id="11" name="Imagen 10">
            <a:extLst>
              <a:ext uri="{FF2B5EF4-FFF2-40B4-BE49-F238E27FC236}">
                <a16:creationId xmlns:a16="http://schemas.microsoft.com/office/drawing/2014/main" id="{D66FF246-8C20-2F5C-4D0B-C4A86815D6C4}"/>
              </a:ext>
            </a:extLst>
          </p:cNvPr>
          <p:cNvPicPr>
            <a:picLocks noChangeAspect="1"/>
          </p:cNvPicPr>
          <p:nvPr/>
        </p:nvPicPr>
        <p:blipFill>
          <a:blip r:embed="rId5"/>
          <a:stretch>
            <a:fillRect/>
          </a:stretch>
        </p:blipFill>
        <p:spPr>
          <a:xfrm>
            <a:off x="6260033" y="4197666"/>
            <a:ext cx="4006378" cy="2250000"/>
          </a:xfrm>
          <a:prstGeom prst="rect">
            <a:avLst/>
          </a:prstGeom>
        </p:spPr>
      </p:pic>
    </p:spTree>
    <p:extLst>
      <p:ext uri="{BB962C8B-B14F-4D97-AF65-F5344CB8AC3E}">
        <p14:creationId xmlns:p14="http://schemas.microsoft.com/office/powerpoint/2010/main" val="3733795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Rectangle 13">
            <a:extLst>
              <a:ext uri="{FF2B5EF4-FFF2-40B4-BE49-F238E27FC236}">
                <a16:creationId xmlns:a16="http://schemas.microsoft.com/office/drawing/2014/main" id="{B9C0E6AB-EAB6-41E0-9D49-369643E87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2ACC2811-A473-D076-808A-832F16656F54}"/>
              </a:ext>
            </a:extLst>
          </p:cNvPr>
          <p:cNvSpPr txBox="1"/>
          <p:nvPr/>
        </p:nvSpPr>
        <p:spPr>
          <a:xfrm>
            <a:off x="1195754" y="239151"/>
            <a:ext cx="10367889" cy="1477328"/>
          </a:xfrm>
          <a:prstGeom prst="rect">
            <a:avLst/>
          </a:prstGeom>
          <a:noFill/>
        </p:spPr>
        <p:txBody>
          <a:bodyPr wrap="square" rtlCol="0">
            <a:spAutoFit/>
          </a:bodyPr>
          <a:lstStyle/>
          <a:p>
            <a:pPr algn="just"/>
            <a:r>
              <a:rPr lang="es-CO" dirty="0">
                <a:latin typeface="Century Gothic" panose="020B0502020202020204" pitchFamily="34" charset="0"/>
              </a:rPr>
              <a:t>Un análisis </a:t>
            </a:r>
            <a:r>
              <a:rPr lang="es-CO" dirty="0" err="1">
                <a:latin typeface="Century Gothic" panose="020B0502020202020204" pitchFamily="34" charset="0"/>
              </a:rPr>
              <a:t>Anova</a:t>
            </a:r>
            <a:r>
              <a:rPr lang="es-CO" dirty="0">
                <a:latin typeface="Century Gothic" panose="020B0502020202020204" pitchFamily="34" charset="0"/>
              </a:rPr>
              <a:t>  sirve para comparar medias entre las variables numéricas y la relación con respecto a la variable respuesta. Para el caso del modelo de Drive Score se evidencia que aquellas variables  que son de mayor importancia son: </a:t>
            </a:r>
            <a:r>
              <a:rPr lang="es-CO" dirty="0">
                <a:solidFill>
                  <a:srgbClr val="0070C0"/>
                </a:solidFill>
                <a:latin typeface="Century Gothic" panose="020B0502020202020204" pitchFamily="34" charset="0"/>
              </a:rPr>
              <a:t>velocidad, aceleración, dirección del movimiento en grados, giros de izquierda o derecha, exactitud del </a:t>
            </a:r>
            <a:r>
              <a:rPr lang="es-CO" dirty="0" err="1">
                <a:solidFill>
                  <a:srgbClr val="0070C0"/>
                </a:solidFill>
                <a:latin typeface="Century Gothic" panose="020B0502020202020204" pitchFamily="34" charset="0"/>
              </a:rPr>
              <a:t>gps</a:t>
            </a:r>
            <a:r>
              <a:rPr lang="es-CO" dirty="0">
                <a:solidFill>
                  <a:srgbClr val="0070C0"/>
                </a:solidFill>
                <a:latin typeface="Century Gothic" panose="020B0502020202020204" pitchFamily="34" charset="0"/>
              </a:rPr>
              <a:t> en metros y aceleración lineal</a:t>
            </a:r>
          </a:p>
        </p:txBody>
      </p:sp>
      <p:pic>
        <p:nvPicPr>
          <p:cNvPr id="4" name="Imagen 3">
            <a:extLst>
              <a:ext uri="{FF2B5EF4-FFF2-40B4-BE49-F238E27FC236}">
                <a16:creationId xmlns:a16="http://schemas.microsoft.com/office/drawing/2014/main" id="{2C8E403D-FC61-6E82-F37C-A90802BC4660}"/>
              </a:ext>
            </a:extLst>
          </p:cNvPr>
          <p:cNvPicPr>
            <a:picLocks noChangeAspect="1"/>
          </p:cNvPicPr>
          <p:nvPr/>
        </p:nvPicPr>
        <p:blipFill>
          <a:blip r:embed="rId2"/>
          <a:stretch>
            <a:fillRect/>
          </a:stretch>
        </p:blipFill>
        <p:spPr>
          <a:xfrm>
            <a:off x="800100" y="1630506"/>
            <a:ext cx="9792872" cy="4844285"/>
          </a:xfrm>
          <a:prstGeom prst="rect">
            <a:avLst/>
          </a:prstGeom>
        </p:spPr>
      </p:pic>
    </p:spTree>
    <p:extLst>
      <p:ext uri="{BB962C8B-B14F-4D97-AF65-F5344CB8AC3E}">
        <p14:creationId xmlns:p14="http://schemas.microsoft.com/office/powerpoint/2010/main" val="2147318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B7DE857-81F9-C8C2-CAFC-EC8B0BC260CA}"/>
              </a:ext>
            </a:extLst>
          </p:cNvPr>
          <p:cNvSpPr txBox="1"/>
          <p:nvPr/>
        </p:nvSpPr>
        <p:spPr>
          <a:xfrm>
            <a:off x="886691" y="2244437"/>
            <a:ext cx="8950036" cy="3108543"/>
          </a:xfrm>
          <a:prstGeom prst="rect">
            <a:avLst/>
          </a:prstGeom>
          <a:noFill/>
        </p:spPr>
        <p:txBody>
          <a:bodyPr wrap="square" rtlCol="0">
            <a:spAutoFit/>
          </a:bodyPr>
          <a:lstStyle/>
          <a:p>
            <a:pPr marL="342900" indent="-342900">
              <a:buAutoNum type="arabicPeriod"/>
            </a:pPr>
            <a:r>
              <a:rPr lang="es-CO" sz="2800" dirty="0">
                <a:solidFill>
                  <a:schemeClr val="bg1">
                    <a:lumMod val="95000"/>
                  </a:schemeClr>
                </a:solidFill>
                <a:latin typeface="Century Gothic" panose="020B0502020202020204" pitchFamily="34" charset="0"/>
              </a:rPr>
              <a:t>Objetivo del modelo</a:t>
            </a:r>
          </a:p>
          <a:p>
            <a:pPr marL="342900" indent="-342900">
              <a:buAutoNum type="arabicPeriod"/>
            </a:pPr>
            <a:r>
              <a:rPr lang="es-CO" sz="2800" dirty="0">
                <a:solidFill>
                  <a:schemeClr val="bg1">
                    <a:lumMod val="95000"/>
                  </a:schemeClr>
                </a:solidFill>
                <a:latin typeface="Century Gothic" panose="020B0502020202020204" pitchFamily="34" charset="0"/>
              </a:rPr>
              <a:t>Análisis exploratorio de Datos</a:t>
            </a:r>
          </a:p>
          <a:p>
            <a:pPr marL="342900" indent="-342900">
              <a:buAutoNum type="arabicPeriod"/>
            </a:pPr>
            <a:r>
              <a:rPr lang="es-CO" sz="2800" dirty="0">
                <a:latin typeface="Century Gothic" panose="020B0502020202020204" pitchFamily="34" charset="0"/>
              </a:rPr>
              <a:t>Elaboración del modelo</a:t>
            </a:r>
          </a:p>
          <a:p>
            <a:pPr marL="342900" indent="-342900">
              <a:buAutoNum type="arabicPeriod"/>
            </a:pPr>
            <a:r>
              <a:rPr lang="es-CO" sz="2800" dirty="0">
                <a:solidFill>
                  <a:schemeClr val="bg1">
                    <a:lumMod val="95000"/>
                  </a:schemeClr>
                </a:solidFill>
                <a:latin typeface="Century Gothic" panose="020B0502020202020204" pitchFamily="34" charset="0"/>
              </a:rPr>
              <a:t>Principales hallazgos del modelo</a:t>
            </a:r>
          </a:p>
          <a:p>
            <a:pPr marL="342900" indent="-342900">
              <a:buAutoNum type="arabicPeriod"/>
            </a:pPr>
            <a:r>
              <a:rPr lang="es-CO" sz="2800" dirty="0">
                <a:solidFill>
                  <a:schemeClr val="bg1">
                    <a:lumMod val="95000"/>
                  </a:schemeClr>
                </a:solidFill>
                <a:latin typeface="Century Gothic" panose="020B0502020202020204" pitchFamily="34" charset="0"/>
              </a:rPr>
              <a:t>Arquitectura </a:t>
            </a:r>
          </a:p>
          <a:p>
            <a:pPr marL="342900" indent="-342900">
              <a:buAutoNum type="arabicPeriod"/>
            </a:pPr>
            <a:r>
              <a:rPr lang="es-CO" sz="2800" dirty="0">
                <a:solidFill>
                  <a:schemeClr val="bg1">
                    <a:lumMod val="95000"/>
                  </a:schemeClr>
                </a:solidFill>
                <a:latin typeface="Century Gothic" panose="020B0502020202020204" pitchFamily="34" charset="0"/>
              </a:rPr>
              <a:t>Monetización de la iniciativa</a:t>
            </a:r>
          </a:p>
          <a:p>
            <a:pPr marL="342900" indent="-342900">
              <a:buAutoNum type="arabicPeriod"/>
            </a:pPr>
            <a:r>
              <a:rPr lang="es-CO" sz="2800" dirty="0">
                <a:solidFill>
                  <a:schemeClr val="bg1">
                    <a:lumMod val="95000"/>
                  </a:schemeClr>
                </a:solidFill>
                <a:latin typeface="Century Gothic" panose="020B0502020202020204" pitchFamily="34" charset="0"/>
              </a:rPr>
              <a:t>Conclusiones</a:t>
            </a:r>
          </a:p>
        </p:txBody>
      </p:sp>
      <p:sp>
        <p:nvSpPr>
          <p:cNvPr id="3" name="CuadroTexto 2">
            <a:extLst>
              <a:ext uri="{FF2B5EF4-FFF2-40B4-BE49-F238E27FC236}">
                <a16:creationId xmlns:a16="http://schemas.microsoft.com/office/drawing/2014/main" id="{16131862-8802-E107-1402-AE9A025FF9EC}"/>
              </a:ext>
            </a:extLst>
          </p:cNvPr>
          <p:cNvSpPr txBox="1"/>
          <p:nvPr/>
        </p:nvSpPr>
        <p:spPr>
          <a:xfrm>
            <a:off x="886691" y="1205345"/>
            <a:ext cx="4031673" cy="461665"/>
          </a:xfrm>
          <a:prstGeom prst="rect">
            <a:avLst/>
          </a:prstGeom>
          <a:noFill/>
        </p:spPr>
        <p:txBody>
          <a:bodyPr wrap="square" rtlCol="0">
            <a:spAutoFit/>
          </a:bodyPr>
          <a:lstStyle/>
          <a:p>
            <a:r>
              <a:rPr lang="es-CO" sz="2400" b="1" dirty="0">
                <a:solidFill>
                  <a:srgbClr val="0070C0"/>
                </a:solidFill>
                <a:latin typeface="Century Gothic" panose="020B0502020202020204" pitchFamily="34" charset="0"/>
              </a:rPr>
              <a:t>Agenda</a:t>
            </a:r>
          </a:p>
        </p:txBody>
      </p:sp>
    </p:spTree>
    <p:extLst>
      <p:ext uri="{BB962C8B-B14F-4D97-AF65-F5344CB8AC3E}">
        <p14:creationId xmlns:p14="http://schemas.microsoft.com/office/powerpoint/2010/main" val="1242459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Rectangle 13">
            <a:extLst>
              <a:ext uri="{FF2B5EF4-FFF2-40B4-BE49-F238E27FC236}">
                <a16:creationId xmlns:a16="http://schemas.microsoft.com/office/drawing/2014/main" id="{B9C0E6AB-EAB6-41E0-9D49-369643E87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2ACC2811-A473-D076-808A-832F16656F54}"/>
              </a:ext>
            </a:extLst>
          </p:cNvPr>
          <p:cNvSpPr txBox="1"/>
          <p:nvPr/>
        </p:nvSpPr>
        <p:spPr>
          <a:xfrm>
            <a:off x="1195754" y="239151"/>
            <a:ext cx="10367889" cy="1200329"/>
          </a:xfrm>
          <a:prstGeom prst="rect">
            <a:avLst/>
          </a:prstGeom>
          <a:noFill/>
        </p:spPr>
        <p:txBody>
          <a:bodyPr wrap="square" rtlCol="0">
            <a:spAutoFit/>
          </a:bodyPr>
          <a:lstStyle/>
          <a:p>
            <a:pPr algn="just"/>
            <a:r>
              <a:rPr lang="es-CO" dirty="0">
                <a:latin typeface="Century Gothic" panose="020B0502020202020204" pitchFamily="34" charset="0"/>
              </a:rPr>
              <a:t>Se probaron 3 tipos de modelos diferentes para clasificación , en todos los casos se evidencia algo de sobreajuste en la clase mayoritaria. Sin embargo , el</a:t>
            </a:r>
            <a:r>
              <a:rPr lang="es-CO" b="1" dirty="0">
                <a:latin typeface="Century Gothic" panose="020B0502020202020204" pitchFamily="34" charset="0"/>
              </a:rPr>
              <a:t> </a:t>
            </a:r>
            <a:r>
              <a:rPr lang="es-CO" b="1" dirty="0">
                <a:solidFill>
                  <a:srgbClr val="0070C0"/>
                </a:solidFill>
                <a:latin typeface="Century Gothic" panose="020B0502020202020204" pitchFamily="34" charset="0"/>
              </a:rPr>
              <a:t>modelo </a:t>
            </a:r>
            <a:r>
              <a:rPr lang="es-CO" b="1" dirty="0" err="1">
                <a:solidFill>
                  <a:srgbClr val="0070C0"/>
                </a:solidFill>
                <a:latin typeface="Century Gothic" panose="020B0502020202020204" pitchFamily="34" charset="0"/>
              </a:rPr>
              <a:t>XGBoots</a:t>
            </a:r>
            <a:r>
              <a:rPr lang="es-CO" b="1" dirty="0">
                <a:solidFill>
                  <a:srgbClr val="0070C0"/>
                </a:solidFill>
                <a:latin typeface="Century Gothic" panose="020B0502020202020204" pitchFamily="34" charset="0"/>
              </a:rPr>
              <a:t> presenta métricas un poco mejores</a:t>
            </a:r>
            <a:r>
              <a:rPr lang="es-CO" b="1" dirty="0">
                <a:solidFill>
                  <a:srgbClr val="00B0F0"/>
                </a:solidFill>
                <a:latin typeface="Century Gothic" panose="020B0502020202020204" pitchFamily="34" charset="0"/>
              </a:rPr>
              <a:t> </a:t>
            </a:r>
            <a:r>
              <a:rPr lang="es-CO" dirty="0">
                <a:latin typeface="Century Gothic" panose="020B0502020202020204" pitchFamily="34" charset="0"/>
              </a:rPr>
              <a:t>, por lo que se busca que haciendo un </a:t>
            </a:r>
            <a:r>
              <a:rPr lang="es-CO" dirty="0" err="1">
                <a:latin typeface="Century Gothic" panose="020B0502020202020204" pitchFamily="34" charset="0"/>
              </a:rPr>
              <a:t>ajsute</a:t>
            </a:r>
            <a:r>
              <a:rPr lang="es-CO" dirty="0">
                <a:latin typeface="Century Gothic" panose="020B0502020202020204" pitchFamily="34" charset="0"/>
              </a:rPr>
              <a:t> de parámetros pueda mejores los indicadores</a:t>
            </a:r>
          </a:p>
        </p:txBody>
      </p:sp>
      <p:graphicFrame>
        <p:nvGraphicFramePr>
          <p:cNvPr id="4" name="Tabla 3">
            <a:extLst>
              <a:ext uri="{FF2B5EF4-FFF2-40B4-BE49-F238E27FC236}">
                <a16:creationId xmlns:a16="http://schemas.microsoft.com/office/drawing/2014/main" id="{6CA1AD72-7CBD-68C7-7C74-0CB4AE222A5E}"/>
              </a:ext>
            </a:extLst>
          </p:cNvPr>
          <p:cNvGraphicFramePr>
            <a:graphicFrameLocks noGrp="1"/>
          </p:cNvGraphicFramePr>
          <p:nvPr>
            <p:extLst>
              <p:ext uri="{D42A27DB-BD31-4B8C-83A1-F6EECF244321}">
                <p14:modId xmlns:p14="http://schemas.microsoft.com/office/powerpoint/2010/main" val="3703615373"/>
              </p:ext>
            </p:extLst>
          </p:nvPr>
        </p:nvGraphicFramePr>
        <p:xfrm>
          <a:off x="140680" y="4169507"/>
          <a:ext cx="8128000" cy="741680"/>
        </p:xfrm>
        <a:graphic>
          <a:graphicData uri="http://schemas.openxmlformats.org/drawingml/2006/table">
            <a:tbl>
              <a:tblPr firstRow="1" bandRow="1">
                <a:tableStyleId>{616DA210-FB5B-4158-B5E0-FEB733F419BA}</a:tableStyleId>
              </a:tblPr>
              <a:tblGrid>
                <a:gridCol w="812800">
                  <a:extLst>
                    <a:ext uri="{9D8B030D-6E8A-4147-A177-3AD203B41FA5}">
                      <a16:colId xmlns:a16="http://schemas.microsoft.com/office/drawing/2014/main" val="4233052237"/>
                    </a:ext>
                  </a:extLst>
                </a:gridCol>
                <a:gridCol w="820459">
                  <a:extLst>
                    <a:ext uri="{9D8B030D-6E8A-4147-A177-3AD203B41FA5}">
                      <a16:colId xmlns:a16="http://schemas.microsoft.com/office/drawing/2014/main" val="70819654"/>
                    </a:ext>
                  </a:extLst>
                </a:gridCol>
                <a:gridCol w="805141">
                  <a:extLst>
                    <a:ext uri="{9D8B030D-6E8A-4147-A177-3AD203B41FA5}">
                      <a16:colId xmlns:a16="http://schemas.microsoft.com/office/drawing/2014/main" val="799676170"/>
                    </a:ext>
                  </a:extLst>
                </a:gridCol>
                <a:gridCol w="812800">
                  <a:extLst>
                    <a:ext uri="{9D8B030D-6E8A-4147-A177-3AD203B41FA5}">
                      <a16:colId xmlns:a16="http://schemas.microsoft.com/office/drawing/2014/main" val="3439820779"/>
                    </a:ext>
                  </a:extLst>
                </a:gridCol>
                <a:gridCol w="812800">
                  <a:extLst>
                    <a:ext uri="{9D8B030D-6E8A-4147-A177-3AD203B41FA5}">
                      <a16:colId xmlns:a16="http://schemas.microsoft.com/office/drawing/2014/main" val="2723698742"/>
                    </a:ext>
                  </a:extLst>
                </a:gridCol>
                <a:gridCol w="812800">
                  <a:extLst>
                    <a:ext uri="{9D8B030D-6E8A-4147-A177-3AD203B41FA5}">
                      <a16:colId xmlns:a16="http://schemas.microsoft.com/office/drawing/2014/main" val="1060230843"/>
                    </a:ext>
                  </a:extLst>
                </a:gridCol>
                <a:gridCol w="812800">
                  <a:extLst>
                    <a:ext uri="{9D8B030D-6E8A-4147-A177-3AD203B41FA5}">
                      <a16:colId xmlns:a16="http://schemas.microsoft.com/office/drawing/2014/main" val="881313320"/>
                    </a:ext>
                  </a:extLst>
                </a:gridCol>
                <a:gridCol w="812800">
                  <a:extLst>
                    <a:ext uri="{9D8B030D-6E8A-4147-A177-3AD203B41FA5}">
                      <a16:colId xmlns:a16="http://schemas.microsoft.com/office/drawing/2014/main" val="2472994840"/>
                    </a:ext>
                  </a:extLst>
                </a:gridCol>
                <a:gridCol w="812800">
                  <a:extLst>
                    <a:ext uri="{9D8B030D-6E8A-4147-A177-3AD203B41FA5}">
                      <a16:colId xmlns:a16="http://schemas.microsoft.com/office/drawing/2014/main" val="3509969387"/>
                    </a:ext>
                  </a:extLst>
                </a:gridCol>
                <a:gridCol w="812800">
                  <a:extLst>
                    <a:ext uri="{9D8B030D-6E8A-4147-A177-3AD203B41FA5}">
                      <a16:colId xmlns:a16="http://schemas.microsoft.com/office/drawing/2014/main" val="710429610"/>
                    </a:ext>
                  </a:extLst>
                </a:gridCol>
              </a:tblGrid>
              <a:tr h="370840">
                <a:tc>
                  <a:txBody>
                    <a:bodyPr/>
                    <a:lstStyle/>
                    <a:p>
                      <a:r>
                        <a:rPr lang="es-CO" dirty="0"/>
                        <a:t>0</a:t>
                      </a:r>
                    </a:p>
                  </a:txBody>
                  <a:tcPr/>
                </a:tc>
                <a:tc>
                  <a:txBody>
                    <a:bodyPr/>
                    <a:lstStyle/>
                    <a:p>
                      <a:r>
                        <a:rPr lang="es-CO" dirty="0"/>
                        <a:t>0,72</a:t>
                      </a:r>
                    </a:p>
                  </a:txBody>
                  <a:tcPr/>
                </a:tc>
                <a:tc>
                  <a:txBody>
                    <a:bodyPr/>
                    <a:lstStyle/>
                    <a:p>
                      <a:r>
                        <a:rPr lang="es-CO" dirty="0"/>
                        <a:t>1</a:t>
                      </a:r>
                    </a:p>
                  </a:txBody>
                  <a:tcPr/>
                </a:tc>
                <a:tc>
                  <a:txBody>
                    <a:bodyPr/>
                    <a:lstStyle/>
                    <a:p>
                      <a:r>
                        <a:rPr lang="es-CO" dirty="0"/>
                        <a:t>0,84</a:t>
                      </a:r>
                    </a:p>
                  </a:txBody>
                  <a:tcPr/>
                </a:tc>
                <a:tc>
                  <a:txBody>
                    <a:bodyPr/>
                    <a:lstStyle/>
                    <a:p>
                      <a:r>
                        <a:rPr lang="es-CO" dirty="0"/>
                        <a:t>0,93</a:t>
                      </a:r>
                    </a:p>
                  </a:txBody>
                  <a:tcPr/>
                </a:tc>
                <a:tc>
                  <a:txBody>
                    <a:bodyPr/>
                    <a:lstStyle/>
                    <a:p>
                      <a:r>
                        <a:rPr lang="es-CO" dirty="0"/>
                        <a:t>1</a:t>
                      </a:r>
                    </a:p>
                  </a:txBody>
                  <a:tcPr/>
                </a:tc>
                <a:tc>
                  <a:txBody>
                    <a:bodyPr/>
                    <a:lstStyle/>
                    <a:p>
                      <a:r>
                        <a:rPr lang="es-CO" dirty="0"/>
                        <a:t>0,96</a:t>
                      </a:r>
                    </a:p>
                  </a:txBody>
                  <a:tcPr/>
                </a:tc>
                <a:tc>
                  <a:txBody>
                    <a:bodyPr/>
                    <a:lstStyle/>
                    <a:p>
                      <a:r>
                        <a:rPr lang="es-CO" dirty="0"/>
                        <a:t>0,93</a:t>
                      </a:r>
                    </a:p>
                  </a:txBody>
                  <a:tcPr/>
                </a:tc>
                <a:tc>
                  <a:txBody>
                    <a:bodyPr/>
                    <a:lstStyle/>
                    <a:p>
                      <a:r>
                        <a:rPr lang="es-CO" dirty="0"/>
                        <a:t>1</a:t>
                      </a:r>
                    </a:p>
                  </a:txBody>
                  <a:tcPr/>
                </a:tc>
                <a:tc>
                  <a:txBody>
                    <a:bodyPr/>
                    <a:lstStyle/>
                    <a:p>
                      <a:r>
                        <a:rPr lang="es-CO" dirty="0"/>
                        <a:t>0,96</a:t>
                      </a:r>
                    </a:p>
                  </a:txBody>
                  <a:tcPr/>
                </a:tc>
                <a:extLst>
                  <a:ext uri="{0D108BD9-81ED-4DB2-BD59-A6C34878D82A}">
                    <a16:rowId xmlns:a16="http://schemas.microsoft.com/office/drawing/2014/main" val="1605916729"/>
                  </a:ext>
                </a:extLst>
              </a:tr>
              <a:tr h="370840">
                <a:tc>
                  <a:txBody>
                    <a:bodyPr/>
                    <a:lstStyle/>
                    <a:p>
                      <a:r>
                        <a:rPr lang="es-CO" dirty="0"/>
                        <a:t>1</a:t>
                      </a:r>
                    </a:p>
                  </a:txBody>
                  <a:tcPr/>
                </a:tc>
                <a:tc>
                  <a:txBody>
                    <a:bodyPr/>
                    <a:lstStyle/>
                    <a:p>
                      <a:r>
                        <a:rPr lang="es-CO" dirty="0"/>
                        <a:t>0,96</a:t>
                      </a:r>
                    </a:p>
                  </a:txBody>
                  <a:tcPr/>
                </a:tc>
                <a:tc>
                  <a:txBody>
                    <a:bodyPr/>
                    <a:lstStyle/>
                    <a:p>
                      <a:r>
                        <a:rPr lang="es-CO" dirty="0"/>
                        <a:t>0,02</a:t>
                      </a:r>
                    </a:p>
                  </a:txBody>
                  <a:tcPr/>
                </a:tc>
                <a:tc>
                  <a:txBody>
                    <a:bodyPr/>
                    <a:lstStyle/>
                    <a:p>
                      <a:r>
                        <a:rPr lang="es-CO" dirty="0"/>
                        <a:t>0,04</a:t>
                      </a:r>
                    </a:p>
                  </a:txBody>
                  <a:tcPr/>
                </a:tc>
                <a:tc>
                  <a:txBody>
                    <a:bodyPr/>
                    <a:lstStyle/>
                    <a:p>
                      <a:r>
                        <a:rPr lang="es-CO" dirty="0"/>
                        <a:t>1</a:t>
                      </a:r>
                    </a:p>
                  </a:txBody>
                  <a:tcPr/>
                </a:tc>
                <a:tc>
                  <a:txBody>
                    <a:bodyPr/>
                    <a:lstStyle/>
                    <a:p>
                      <a:r>
                        <a:rPr lang="es-CO" dirty="0"/>
                        <a:t>0,82</a:t>
                      </a:r>
                    </a:p>
                  </a:txBody>
                  <a:tcPr/>
                </a:tc>
                <a:tc>
                  <a:txBody>
                    <a:bodyPr/>
                    <a:lstStyle/>
                    <a:p>
                      <a:r>
                        <a:rPr lang="es-CO" dirty="0"/>
                        <a:t>0,90</a:t>
                      </a:r>
                    </a:p>
                  </a:txBody>
                  <a:tcPr/>
                </a:tc>
                <a:tc>
                  <a:txBody>
                    <a:bodyPr/>
                    <a:lstStyle/>
                    <a:p>
                      <a:r>
                        <a:rPr lang="es-CO" dirty="0"/>
                        <a:t>0,99</a:t>
                      </a:r>
                    </a:p>
                  </a:txBody>
                  <a:tcPr/>
                </a:tc>
                <a:tc>
                  <a:txBody>
                    <a:bodyPr/>
                    <a:lstStyle/>
                    <a:p>
                      <a:r>
                        <a:rPr lang="es-CO" dirty="0"/>
                        <a:t>0,89</a:t>
                      </a:r>
                    </a:p>
                  </a:txBody>
                  <a:tcPr/>
                </a:tc>
                <a:tc>
                  <a:txBody>
                    <a:bodyPr/>
                    <a:lstStyle/>
                    <a:p>
                      <a:r>
                        <a:rPr lang="es-CO" dirty="0"/>
                        <a:t>0,89</a:t>
                      </a:r>
                    </a:p>
                  </a:txBody>
                  <a:tcPr/>
                </a:tc>
                <a:extLst>
                  <a:ext uri="{0D108BD9-81ED-4DB2-BD59-A6C34878D82A}">
                    <a16:rowId xmlns:a16="http://schemas.microsoft.com/office/drawing/2014/main" val="3957040320"/>
                  </a:ext>
                </a:extLst>
              </a:tr>
            </a:tbl>
          </a:graphicData>
        </a:graphic>
      </p:graphicFrame>
      <p:sp>
        <p:nvSpPr>
          <p:cNvPr id="5" name="CuadroTexto 4">
            <a:extLst>
              <a:ext uri="{FF2B5EF4-FFF2-40B4-BE49-F238E27FC236}">
                <a16:creationId xmlns:a16="http://schemas.microsoft.com/office/drawing/2014/main" id="{38D67D69-8C37-3DCE-3E6A-88AC5B6376A4}"/>
              </a:ext>
            </a:extLst>
          </p:cNvPr>
          <p:cNvSpPr txBox="1"/>
          <p:nvPr/>
        </p:nvSpPr>
        <p:spPr>
          <a:xfrm>
            <a:off x="1041012" y="3834135"/>
            <a:ext cx="970671" cy="246221"/>
          </a:xfrm>
          <a:prstGeom prst="rect">
            <a:avLst/>
          </a:prstGeom>
          <a:noFill/>
        </p:spPr>
        <p:txBody>
          <a:bodyPr wrap="square" rtlCol="0">
            <a:spAutoFit/>
          </a:bodyPr>
          <a:lstStyle/>
          <a:p>
            <a:r>
              <a:rPr lang="es-CO" sz="1000" b="1" dirty="0">
                <a:latin typeface="Century Gothic" panose="020B0502020202020204" pitchFamily="34" charset="0"/>
              </a:rPr>
              <a:t>Precisión</a:t>
            </a:r>
          </a:p>
        </p:txBody>
      </p:sp>
      <p:sp>
        <p:nvSpPr>
          <p:cNvPr id="7" name="CuadroTexto 6">
            <a:extLst>
              <a:ext uri="{FF2B5EF4-FFF2-40B4-BE49-F238E27FC236}">
                <a16:creationId xmlns:a16="http://schemas.microsoft.com/office/drawing/2014/main" id="{7D7E440D-59F0-F649-88FA-FC0410C0D548}"/>
              </a:ext>
            </a:extLst>
          </p:cNvPr>
          <p:cNvSpPr txBox="1"/>
          <p:nvPr/>
        </p:nvSpPr>
        <p:spPr>
          <a:xfrm>
            <a:off x="1910857" y="3834135"/>
            <a:ext cx="970671" cy="246221"/>
          </a:xfrm>
          <a:prstGeom prst="rect">
            <a:avLst/>
          </a:prstGeom>
          <a:noFill/>
        </p:spPr>
        <p:txBody>
          <a:bodyPr wrap="square" rtlCol="0">
            <a:spAutoFit/>
          </a:bodyPr>
          <a:lstStyle/>
          <a:p>
            <a:r>
              <a:rPr lang="es-CO" sz="1000" b="1" dirty="0" err="1">
                <a:latin typeface="Century Gothic" panose="020B0502020202020204" pitchFamily="34" charset="0"/>
              </a:rPr>
              <a:t>Recall</a:t>
            </a:r>
            <a:endParaRPr lang="es-CO" sz="1000" b="1" dirty="0">
              <a:latin typeface="Century Gothic" panose="020B0502020202020204" pitchFamily="34" charset="0"/>
            </a:endParaRPr>
          </a:p>
        </p:txBody>
      </p:sp>
      <p:sp>
        <p:nvSpPr>
          <p:cNvPr id="10" name="CuadroTexto 9">
            <a:extLst>
              <a:ext uri="{FF2B5EF4-FFF2-40B4-BE49-F238E27FC236}">
                <a16:creationId xmlns:a16="http://schemas.microsoft.com/office/drawing/2014/main" id="{3C43BE8F-6359-EF0A-BE03-77FD61F3E23D}"/>
              </a:ext>
            </a:extLst>
          </p:cNvPr>
          <p:cNvSpPr txBox="1"/>
          <p:nvPr/>
        </p:nvSpPr>
        <p:spPr>
          <a:xfrm>
            <a:off x="2682234" y="3834135"/>
            <a:ext cx="970671" cy="246221"/>
          </a:xfrm>
          <a:prstGeom prst="rect">
            <a:avLst/>
          </a:prstGeom>
          <a:noFill/>
        </p:spPr>
        <p:txBody>
          <a:bodyPr wrap="square" rtlCol="0">
            <a:spAutoFit/>
          </a:bodyPr>
          <a:lstStyle/>
          <a:p>
            <a:r>
              <a:rPr lang="es-CO" sz="1000" b="1" dirty="0">
                <a:latin typeface="Century Gothic" panose="020B0502020202020204" pitchFamily="34" charset="0"/>
              </a:rPr>
              <a:t>F1-Score</a:t>
            </a:r>
          </a:p>
        </p:txBody>
      </p:sp>
      <p:sp>
        <p:nvSpPr>
          <p:cNvPr id="14" name="CuadroTexto 13">
            <a:extLst>
              <a:ext uri="{FF2B5EF4-FFF2-40B4-BE49-F238E27FC236}">
                <a16:creationId xmlns:a16="http://schemas.microsoft.com/office/drawing/2014/main" id="{2CA40CE9-495C-C224-EBD9-B7DEE5DCD6BC}"/>
              </a:ext>
            </a:extLst>
          </p:cNvPr>
          <p:cNvSpPr txBox="1"/>
          <p:nvPr/>
        </p:nvSpPr>
        <p:spPr>
          <a:xfrm>
            <a:off x="3472378" y="3834135"/>
            <a:ext cx="970671" cy="246221"/>
          </a:xfrm>
          <a:prstGeom prst="rect">
            <a:avLst/>
          </a:prstGeom>
          <a:noFill/>
        </p:spPr>
        <p:txBody>
          <a:bodyPr wrap="square" rtlCol="0">
            <a:spAutoFit/>
          </a:bodyPr>
          <a:lstStyle/>
          <a:p>
            <a:r>
              <a:rPr lang="es-CO" sz="1000" b="1" dirty="0">
                <a:latin typeface="Century Gothic" panose="020B0502020202020204" pitchFamily="34" charset="0"/>
              </a:rPr>
              <a:t>Precisión</a:t>
            </a:r>
          </a:p>
        </p:txBody>
      </p:sp>
      <p:sp>
        <p:nvSpPr>
          <p:cNvPr id="15" name="CuadroTexto 14">
            <a:extLst>
              <a:ext uri="{FF2B5EF4-FFF2-40B4-BE49-F238E27FC236}">
                <a16:creationId xmlns:a16="http://schemas.microsoft.com/office/drawing/2014/main" id="{9DC7D7A2-DC5D-7C1C-9EC5-63562EA286A7}"/>
              </a:ext>
            </a:extLst>
          </p:cNvPr>
          <p:cNvSpPr txBox="1"/>
          <p:nvPr/>
        </p:nvSpPr>
        <p:spPr>
          <a:xfrm>
            <a:off x="4285954" y="3834135"/>
            <a:ext cx="970671" cy="246221"/>
          </a:xfrm>
          <a:prstGeom prst="rect">
            <a:avLst/>
          </a:prstGeom>
          <a:noFill/>
        </p:spPr>
        <p:txBody>
          <a:bodyPr wrap="square" rtlCol="0">
            <a:spAutoFit/>
          </a:bodyPr>
          <a:lstStyle/>
          <a:p>
            <a:r>
              <a:rPr lang="es-CO" sz="1000" b="1" dirty="0" err="1">
                <a:latin typeface="Century Gothic" panose="020B0502020202020204" pitchFamily="34" charset="0"/>
              </a:rPr>
              <a:t>Recall</a:t>
            </a:r>
            <a:endParaRPr lang="es-CO" sz="1000" b="1" dirty="0">
              <a:latin typeface="Century Gothic" panose="020B0502020202020204" pitchFamily="34" charset="0"/>
            </a:endParaRPr>
          </a:p>
        </p:txBody>
      </p:sp>
      <p:sp>
        <p:nvSpPr>
          <p:cNvPr id="16" name="CuadroTexto 15">
            <a:extLst>
              <a:ext uri="{FF2B5EF4-FFF2-40B4-BE49-F238E27FC236}">
                <a16:creationId xmlns:a16="http://schemas.microsoft.com/office/drawing/2014/main" id="{6293DF88-6347-1406-59DA-FF58A55CE0B1}"/>
              </a:ext>
            </a:extLst>
          </p:cNvPr>
          <p:cNvSpPr txBox="1"/>
          <p:nvPr/>
        </p:nvSpPr>
        <p:spPr>
          <a:xfrm>
            <a:off x="5099534" y="3834135"/>
            <a:ext cx="970671" cy="246221"/>
          </a:xfrm>
          <a:prstGeom prst="rect">
            <a:avLst/>
          </a:prstGeom>
          <a:noFill/>
        </p:spPr>
        <p:txBody>
          <a:bodyPr wrap="square" rtlCol="0">
            <a:spAutoFit/>
          </a:bodyPr>
          <a:lstStyle/>
          <a:p>
            <a:r>
              <a:rPr lang="es-CO" sz="1000" b="1" dirty="0">
                <a:latin typeface="Century Gothic" panose="020B0502020202020204" pitchFamily="34" charset="0"/>
              </a:rPr>
              <a:t>F1-Score</a:t>
            </a:r>
          </a:p>
        </p:txBody>
      </p:sp>
      <p:sp>
        <p:nvSpPr>
          <p:cNvPr id="17" name="CuadroTexto 16">
            <a:extLst>
              <a:ext uri="{FF2B5EF4-FFF2-40B4-BE49-F238E27FC236}">
                <a16:creationId xmlns:a16="http://schemas.microsoft.com/office/drawing/2014/main" id="{F7642CE6-C540-259A-FD12-DEEDF867E399}"/>
              </a:ext>
            </a:extLst>
          </p:cNvPr>
          <p:cNvSpPr txBox="1"/>
          <p:nvPr/>
        </p:nvSpPr>
        <p:spPr>
          <a:xfrm>
            <a:off x="5833403" y="3831793"/>
            <a:ext cx="970671" cy="246221"/>
          </a:xfrm>
          <a:prstGeom prst="rect">
            <a:avLst/>
          </a:prstGeom>
          <a:noFill/>
        </p:spPr>
        <p:txBody>
          <a:bodyPr wrap="square" rtlCol="0">
            <a:spAutoFit/>
          </a:bodyPr>
          <a:lstStyle/>
          <a:p>
            <a:r>
              <a:rPr lang="es-CO" sz="1000" b="1" dirty="0">
                <a:latin typeface="Century Gothic" panose="020B0502020202020204" pitchFamily="34" charset="0"/>
              </a:rPr>
              <a:t>Precisión</a:t>
            </a:r>
          </a:p>
        </p:txBody>
      </p:sp>
      <p:sp>
        <p:nvSpPr>
          <p:cNvPr id="21" name="CuadroTexto 20">
            <a:extLst>
              <a:ext uri="{FF2B5EF4-FFF2-40B4-BE49-F238E27FC236}">
                <a16:creationId xmlns:a16="http://schemas.microsoft.com/office/drawing/2014/main" id="{2B4655B5-A797-61A9-ABE0-782ED4C64C30}"/>
              </a:ext>
            </a:extLst>
          </p:cNvPr>
          <p:cNvSpPr txBox="1"/>
          <p:nvPr/>
        </p:nvSpPr>
        <p:spPr>
          <a:xfrm>
            <a:off x="6646979" y="3831793"/>
            <a:ext cx="970671" cy="246221"/>
          </a:xfrm>
          <a:prstGeom prst="rect">
            <a:avLst/>
          </a:prstGeom>
          <a:noFill/>
        </p:spPr>
        <p:txBody>
          <a:bodyPr wrap="square" rtlCol="0">
            <a:spAutoFit/>
          </a:bodyPr>
          <a:lstStyle/>
          <a:p>
            <a:r>
              <a:rPr lang="es-CO" sz="1000" b="1" dirty="0" err="1">
                <a:latin typeface="Century Gothic" panose="020B0502020202020204" pitchFamily="34" charset="0"/>
              </a:rPr>
              <a:t>Recall</a:t>
            </a:r>
            <a:endParaRPr lang="es-CO" sz="1000" b="1" dirty="0">
              <a:latin typeface="Century Gothic" panose="020B0502020202020204" pitchFamily="34" charset="0"/>
            </a:endParaRPr>
          </a:p>
        </p:txBody>
      </p:sp>
      <p:sp>
        <p:nvSpPr>
          <p:cNvPr id="22" name="CuadroTexto 21">
            <a:extLst>
              <a:ext uri="{FF2B5EF4-FFF2-40B4-BE49-F238E27FC236}">
                <a16:creationId xmlns:a16="http://schemas.microsoft.com/office/drawing/2014/main" id="{2EAE6EE5-1129-675B-9727-FDFE399A002B}"/>
              </a:ext>
            </a:extLst>
          </p:cNvPr>
          <p:cNvSpPr txBox="1"/>
          <p:nvPr/>
        </p:nvSpPr>
        <p:spPr>
          <a:xfrm>
            <a:off x="7460559" y="3831793"/>
            <a:ext cx="970671" cy="246221"/>
          </a:xfrm>
          <a:prstGeom prst="rect">
            <a:avLst/>
          </a:prstGeom>
          <a:noFill/>
        </p:spPr>
        <p:txBody>
          <a:bodyPr wrap="square" rtlCol="0">
            <a:spAutoFit/>
          </a:bodyPr>
          <a:lstStyle/>
          <a:p>
            <a:r>
              <a:rPr lang="es-CO" sz="1000" b="1" dirty="0">
                <a:latin typeface="Century Gothic" panose="020B0502020202020204" pitchFamily="34" charset="0"/>
              </a:rPr>
              <a:t>F1-Score</a:t>
            </a:r>
          </a:p>
        </p:txBody>
      </p:sp>
      <p:sp>
        <p:nvSpPr>
          <p:cNvPr id="23" name="Abrir llave 22">
            <a:extLst>
              <a:ext uri="{FF2B5EF4-FFF2-40B4-BE49-F238E27FC236}">
                <a16:creationId xmlns:a16="http://schemas.microsoft.com/office/drawing/2014/main" id="{E3AC887F-51EF-ABDF-ABDF-25ECCA662360}"/>
              </a:ext>
            </a:extLst>
          </p:cNvPr>
          <p:cNvSpPr/>
          <p:nvPr/>
        </p:nvSpPr>
        <p:spPr>
          <a:xfrm rot="5400000">
            <a:off x="1713000" y="2584047"/>
            <a:ext cx="904894" cy="167130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24" name="Abrir llave 23">
            <a:extLst>
              <a:ext uri="{FF2B5EF4-FFF2-40B4-BE49-F238E27FC236}">
                <a16:creationId xmlns:a16="http://schemas.microsoft.com/office/drawing/2014/main" id="{33FA2D72-598C-4594-E504-69A851F2F840}"/>
              </a:ext>
            </a:extLst>
          </p:cNvPr>
          <p:cNvSpPr/>
          <p:nvPr/>
        </p:nvSpPr>
        <p:spPr>
          <a:xfrm rot="5400000">
            <a:off x="4074029" y="2584047"/>
            <a:ext cx="904894" cy="167130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25" name="Abrir llave 24">
            <a:extLst>
              <a:ext uri="{FF2B5EF4-FFF2-40B4-BE49-F238E27FC236}">
                <a16:creationId xmlns:a16="http://schemas.microsoft.com/office/drawing/2014/main" id="{3CF7122D-95B1-63E2-91C6-C5F8D4E5B331}"/>
              </a:ext>
            </a:extLst>
          </p:cNvPr>
          <p:cNvSpPr/>
          <p:nvPr/>
        </p:nvSpPr>
        <p:spPr>
          <a:xfrm rot="5400000">
            <a:off x="6505399" y="2584047"/>
            <a:ext cx="904894" cy="167130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26" name="CuadroTexto 25">
            <a:extLst>
              <a:ext uri="{FF2B5EF4-FFF2-40B4-BE49-F238E27FC236}">
                <a16:creationId xmlns:a16="http://schemas.microsoft.com/office/drawing/2014/main" id="{DFF4B657-9EC8-3C6B-7B93-C61C1E878189}"/>
              </a:ext>
            </a:extLst>
          </p:cNvPr>
          <p:cNvSpPr txBox="1"/>
          <p:nvPr/>
        </p:nvSpPr>
        <p:spPr>
          <a:xfrm>
            <a:off x="1526347" y="2552172"/>
            <a:ext cx="1355181" cy="246221"/>
          </a:xfrm>
          <a:prstGeom prst="rect">
            <a:avLst/>
          </a:prstGeom>
          <a:noFill/>
        </p:spPr>
        <p:txBody>
          <a:bodyPr wrap="square" rtlCol="0">
            <a:spAutoFit/>
          </a:bodyPr>
          <a:lstStyle/>
          <a:p>
            <a:r>
              <a:rPr lang="es-CO" sz="1000" b="1" dirty="0">
                <a:solidFill>
                  <a:srgbClr val="0070C0"/>
                </a:solidFill>
                <a:latin typeface="Century Gothic" panose="020B0502020202020204" pitchFamily="34" charset="0"/>
              </a:rPr>
              <a:t>Regresión logística</a:t>
            </a:r>
          </a:p>
        </p:txBody>
      </p:sp>
      <p:sp>
        <p:nvSpPr>
          <p:cNvPr id="27" name="CuadroTexto 26">
            <a:extLst>
              <a:ext uri="{FF2B5EF4-FFF2-40B4-BE49-F238E27FC236}">
                <a16:creationId xmlns:a16="http://schemas.microsoft.com/office/drawing/2014/main" id="{E3F0C561-0AD1-BC6C-0009-DBE2797FD10E}"/>
              </a:ext>
            </a:extLst>
          </p:cNvPr>
          <p:cNvSpPr txBox="1"/>
          <p:nvPr/>
        </p:nvSpPr>
        <p:spPr>
          <a:xfrm>
            <a:off x="3943646" y="2552172"/>
            <a:ext cx="1355181" cy="246221"/>
          </a:xfrm>
          <a:prstGeom prst="rect">
            <a:avLst/>
          </a:prstGeom>
          <a:noFill/>
        </p:spPr>
        <p:txBody>
          <a:bodyPr wrap="square" rtlCol="0">
            <a:spAutoFit/>
          </a:bodyPr>
          <a:lstStyle/>
          <a:p>
            <a:r>
              <a:rPr lang="es-CO" sz="1000" b="1" dirty="0" err="1">
                <a:solidFill>
                  <a:srgbClr val="0070C0"/>
                </a:solidFill>
                <a:latin typeface="Century Gothic" panose="020B0502020202020204" pitchFamily="34" charset="0"/>
              </a:rPr>
              <a:t>Random</a:t>
            </a:r>
            <a:r>
              <a:rPr lang="es-CO" sz="1000" b="1" dirty="0">
                <a:solidFill>
                  <a:srgbClr val="0070C0"/>
                </a:solidFill>
                <a:latin typeface="Century Gothic" panose="020B0502020202020204" pitchFamily="34" charset="0"/>
              </a:rPr>
              <a:t> Forest</a:t>
            </a:r>
          </a:p>
        </p:txBody>
      </p:sp>
      <p:sp>
        <p:nvSpPr>
          <p:cNvPr id="28" name="CuadroTexto 27">
            <a:extLst>
              <a:ext uri="{FF2B5EF4-FFF2-40B4-BE49-F238E27FC236}">
                <a16:creationId xmlns:a16="http://schemas.microsoft.com/office/drawing/2014/main" id="{4054422E-3CF9-79C4-522F-7F25EE31E654}"/>
              </a:ext>
            </a:extLst>
          </p:cNvPr>
          <p:cNvSpPr txBox="1"/>
          <p:nvPr/>
        </p:nvSpPr>
        <p:spPr>
          <a:xfrm>
            <a:off x="6557896" y="2552172"/>
            <a:ext cx="1355181" cy="246221"/>
          </a:xfrm>
          <a:prstGeom prst="rect">
            <a:avLst/>
          </a:prstGeom>
          <a:noFill/>
        </p:spPr>
        <p:txBody>
          <a:bodyPr wrap="square" rtlCol="0">
            <a:spAutoFit/>
          </a:bodyPr>
          <a:lstStyle/>
          <a:p>
            <a:r>
              <a:rPr lang="es-CO" sz="1000" b="1" dirty="0" err="1">
                <a:solidFill>
                  <a:srgbClr val="0070C0"/>
                </a:solidFill>
                <a:latin typeface="Century Gothic" panose="020B0502020202020204" pitchFamily="34" charset="0"/>
              </a:rPr>
              <a:t>XGBoots</a:t>
            </a:r>
            <a:endParaRPr lang="es-CO" sz="1000" b="1" dirty="0">
              <a:solidFill>
                <a:srgbClr val="0070C0"/>
              </a:solidFill>
              <a:latin typeface="Century Gothic" panose="020B0502020202020204" pitchFamily="34" charset="0"/>
            </a:endParaRPr>
          </a:p>
        </p:txBody>
      </p:sp>
      <p:pic>
        <p:nvPicPr>
          <p:cNvPr id="30" name="Imagen 29">
            <a:extLst>
              <a:ext uri="{FF2B5EF4-FFF2-40B4-BE49-F238E27FC236}">
                <a16:creationId xmlns:a16="http://schemas.microsoft.com/office/drawing/2014/main" id="{F85BAC57-B4E9-7C13-B0F6-C85B0A1D7E99}"/>
              </a:ext>
            </a:extLst>
          </p:cNvPr>
          <p:cNvPicPr>
            <a:picLocks noChangeAspect="1"/>
          </p:cNvPicPr>
          <p:nvPr/>
        </p:nvPicPr>
        <p:blipFill>
          <a:blip r:embed="rId2"/>
          <a:stretch>
            <a:fillRect/>
          </a:stretch>
        </p:blipFill>
        <p:spPr>
          <a:xfrm>
            <a:off x="8306600" y="2631164"/>
            <a:ext cx="3681049" cy="2401258"/>
          </a:xfrm>
          <a:prstGeom prst="rect">
            <a:avLst/>
          </a:prstGeom>
        </p:spPr>
      </p:pic>
      <p:sp>
        <p:nvSpPr>
          <p:cNvPr id="32" name="Rectángulo: esquinas redondeadas 31">
            <a:extLst>
              <a:ext uri="{FF2B5EF4-FFF2-40B4-BE49-F238E27FC236}">
                <a16:creationId xmlns:a16="http://schemas.microsoft.com/office/drawing/2014/main" id="{1CC02715-9660-4AFC-830B-AE7CFAD7BDC6}"/>
              </a:ext>
            </a:extLst>
          </p:cNvPr>
          <p:cNvSpPr/>
          <p:nvPr/>
        </p:nvSpPr>
        <p:spPr>
          <a:xfrm>
            <a:off x="5833403" y="2552172"/>
            <a:ext cx="2430995" cy="2875383"/>
          </a:xfrm>
          <a:prstGeom prst="roundRect">
            <a:avLst/>
          </a:prstGeom>
          <a:noFill/>
          <a:ln>
            <a:solidFill>
              <a:srgbClr val="00206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2404234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Rectangle 13">
            <a:extLst>
              <a:ext uri="{FF2B5EF4-FFF2-40B4-BE49-F238E27FC236}">
                <a16:creationId xmlns:a16="http://schemas.microsoft.com/office/drawing/2014/main" id="{B9C0E6AB-EAB6-41E0-9D49-369643E87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a 1">
            <a:extLst>
              <a:ext uri="{FF2B5EF4-FFF2-40B4-BE49-F238E27FC236}">
                <a16:creationId xmlns:a16="http://schemas.microsoft.com/office/drawing/2014/main" id="{2535E471-DC97-4466-87FB-3D23EC3829A7}"/>
              </a:ext>
            </a:extLst>
          </p:cNvPr>
          <p:cNvGraphicFramePr>
            <a:graphicFrameLocks noGrp="1"/>
          </p:cNvGraphicFramePr>
          <p:nvPr>
            <p:extLst>
              <p:ext uri="{D42A27DB-BD31-4B8C-83A1-F6EECF244321}">
                <p14:modId xmlns:p14="http://schemas.microsoft.com/office/powerpoint/2010/main" val="1931841571"/>
              </p:ext>
            </p:extLst>
          </p:nvPr>
        </p:nvGraphicFramePr>
        <p:xfrm>
          <a:off x="7466700" y="2898968"/>
          <a:ext cx="3590506" cy="2579374"/>
        </p:xfrm>
        <a:graphic>
          <a:graphicData uri="http://schemas.openxmlformats.org/drawingml/2006/table">
            <a:tbl>
              <a:tblPr firstRow="1" bandRow="1">
                <a:tableStyleId>{5DA37D80-6434-44D0-A028-1B22A696006F}</a:tableStyleId>
              </a:tblPr>
              <a:tblGrid>
                <a:gridCol w="1795253">
                  <a:extLst>
                    <a:ext uri="{9D8B030D-6E8A-4147-A177-3AD203B41FA5}">
                      <a16:colId xmlns:a16="http://schemas.microsoft.com/office/drawing/2014/main" val="3648943769"/>
                    </a:ext>
                  </a:extLst>
                </a:gridCol>
                <a:gridCol w="1795253">
                  <a:extLst>
                    <a:ext uri="{9D8B030D-6E8A-4147-A177-3AD203B41FA5}">
                      <a16:colId xmlns:a16="http://schemas.microsoft.com/office/drawing/2014/main" val="1353151670"/>
                    </a:ext>
                  </a:extLst>
                </a:gridCol>
              </a:tblGrid>
              <a:tr h="776914">
                <a:tc>
                  <a:txBody>
                    <a:bodyPr/>
                    <a:lstStyle/>
                    <a:p>
                      <a:r>
                        <a:rPr lang="es-CO" sz="1200" dirty="0">
                          <a:latin typeface="Century Gothic" panose="020B0502020202020204" pitchFamily="34" charset="0"/>
                        </a:rPr>
                        <a:t>Precisión por </a:t>
                      </a:r>
                      <a:r>
                        <a:rPr lang="es-CO" sz="1200" dirty="0" err="1">
                          <a:latin typeface="Century Gothic" panose="020B0502020202020204" pitchFamily="34" charset="0"/>
                        </a:rPr>
                        <a:t>Fold</a:t>
                      </a:r>
                      <a:endParaRPr lang="es-CO" sz="1200" dirty="0">
                        <a:latin typeface="Century Gothic" panose="020B0502020202020204" pitchFamily="34" charset="0"/>
                      </a:endParaRPr>
                    </a:p>
                  </a:txBody>
                  <a:tcPr/>
                </a:tc>
                <a:tc>
                  <a:txBody>
                    <a:bodyPr/>
                    <a:lstStyle/>
                    <a:p>
                      <a:r>
                        <a:rPr lang="es-CO" dirty="0"/>
                        <a:t>0,98</a:t>
                      </a:r>
                    </a:p>
                  </a:txBody>
                  <a:tcPr/>
                </a:tc>
                <a:extLst>
                  <a:ext uri="{0D108BD9-81ED-4DB2-BD59-A6C34878D82A}">
                    <a16:rowId xmlns:a16="http://schemas.microsoft.com/office/drawing/2014/main" val="2470723412"/>
                  </a:ext>
                </a:extLst>
              </a:tr>
              <a:tr h="6008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200" b="1" dirty="0" err="1">
                          <a:latin typeface="Century Gothic" panose="020B0502020202020204" pitchFamily="34" charset="0"/>
                        </a:rPr>
                        <a:t>Recall</a:t>
                      </a:r>
                      <a:r>
                        <a:rPr lang="es-CO" sz="1200" b="1" dirty="0">
                          <a:latin typeface="Century Gothic" panose="020B0502020202020204" pitchFamily="34" charset="0"/>
                        </a:rPr>
                        <a:t> por </a:t>
                      </a:r>
                      <a:r>
                        <a:rPr lang="es-CO" sz="1200" b="1" dirty="0" err="1">
                          <a:latin typeface="Century Gothic" panose="020B0502020202020204" pitchFamily="34" charset="0"/>
                        </a:rPr>
                        <a:t>fold</a:t>
                      </a:r>
                      <a:endParaRPr lang="es-CO" sz="1200" b="1" dirty="0">
                        <a:latin typeface="Century Gothic" panose="020B0502020202020204" pitchFamily="34" charset="0"/>
                      </a:endParaRPr>
                    </a:p>
                  </a:txBody>
                  <a:tcPr/>
                </a:tc>
                <a:tc>
                  <a:txBody>
                    <a:bodyPr/>
                    <a:lstStyle/>
                    <a:p>
                      <a:r>
                        <a:rPr lang="es-CO" dirty="0"/>
                        <a:t>0,82</a:t>
                      </a:r>
                    </a:p>
                  </a:txBody>
                  <a:tcPr/>
                </a:tc>
                <a:extLst>
                  <a:ext uri="{0D108BD9-81ED-4DB2-BD59-A6C34878D82A}">
                    <a16:rowId xmlns:a16="http://schemas.microsoft.com/office/drawing/2014/main" val="995000625"/>
                  </a:ext>
                </a:extLst>
              </a:tr>
              <a:tr h="600820">
                <a:tc>
                  <a:txBody>
                    <a:bodyPr/>
                    <a:lstStyle/>
                    <a:p>
                      <a:r>
                        <a:rPr lang="es-CO" sz="1200" b="1" dirty="0">
                          <a:latin typeface="Century Gothic" panose="020B0502020202020204" pitchFamily="34" charset="0"/>
                        </a:rPr>
                        <a:t>F1 por </a:t>
                      </a:r>
                      <a:r>
                        <a:rPr lang="es-CO" sz="1200" b="1" dirty="0" err="1">
                          <a:latin typeface="Century Gothic" panose="020B0502020202020204" pitchFamily="34" charset="0"/>
                        </a:rPr>
                        <a:t>fold</a:t>
                      </a:r>
                      <a:endParaRPr lang="es-CO" sz="1200" b="1" dirty="0">
                        <a:latin typeface="Century Gothic" panose="020B0502020202020204" pitchFamily="34" charset="0"/>
                      </a:endParaRPr>
                    </a:p>
                  </a:txBody>
                  <a:tcPr/>
                </a:tc>
                <a:tc>
                  <a:txBody>
                    <a:bodyPr/>
                    <a:lstStyle/>
                    <a:p>
                      <a:r>
                        <a:rPr lang="es-CO" dirty="0"/>
                        <a:t>0,89</a:t>
                      </a:r>
                    </a:p>
                  </a:txBody>
                  <a:tcPr/>
                </a:tc>
                <a:extLst>
                  <a:ext uri="{0D108BD9-81ED-4DB2-BD59-A6C34878D82A}">
                    <a16:rowId xmlns:a16="http://schemas.microsoft.com/office/drawing/2014/main" val="2987432815"/>
                  </a:ext>
                </a:extLst>
              </a:tr>
              <a:tr h="600820">
                <a:tc>
                  <a:txBody>
                    <a:bodyPr/>
                    <a:lstStyle/>
                    <a:p>
                      <a:r>
                        <a:rPr lang="es-CO" sz="1200" b="1" dirty="0"/>
                        <a:t>ROC </a:t>
                      </a:r>
                      <a:r>
                        <a:rPr lang="es-CO" sz="1200" b="1" dirty="0" err="1"/>
                        <a:t>fold</a:t>
                      </a:r>
                      <a:endParaRPr lang="es-CO" sz="1200" b="1" dirty="0"/>
                    </a:p>
                  </a:txBody>
                  <a:tcPr/>
                </a:tc>
                <a:tc>
                  <a:txBody>
                    <a:bodyPr/>
                    <a:lstStyle/>
                    <a:p>
                      <a:r>
                        <a:rPr lang="es-CO" dirty="0"/>
                        <a:t>0,94</a:t>
                      </a:r>
                    </a:p>
                  </a:txBody>
                  <a:tcPr/>
                </a:tc>
                <a:extLst>
                  <a:ext uri="{0D108BD9-81ED-4DB2-BD59-A6C34878D82A}">
                    <a16:rowId xmlns:a16="http://schemas.microsoft.com/office/drawing/2014/main" val="1116935738"/>
                  </a:ext>
                </a:extLst>
              </a:tr>
            </a:tbl>
          </a:graphicData>
        </a:graphic>
      </p:graphicFrame>
      <p:pic>
        <p:nvPicPr>
          <p:cNvPr id="6" name="Imagen 5">
            <a:extLst>
              <a:ext uri="{FF2B5EF4-FFF2-40B4-BE49-F238E27FC236}">
                <a16:creationId xmlns:a16="http://schemas.microsoft.com/office/drawing/2014/main" id="{D36CE3FA-2F14-852E-AE30-8217C77ACDD0}"/>
              </a:ext>
            </a:extLst>
          </p:cNvPr>
          <p:cNvPicPr>
            <a:picLocks noChangeAspect="1"/>
          </p:cNvPicPr>
          <p:nvPr/>
        </p:nvPicPr>
        <p:blipFill>
          <a:blip r:embed="rId2"/>
          <a:stretch>
            <a:fillRect/>
          </a:stretch>
        </p:blipFill>
        <p:spPr>
          <a:xfrm>
            <a:off x="591454" y="2673260"/>
            <a:ext cx="6750396" cy="3030790"/>
          </a:xfrm>
          <a:prstGeom prst="rect">
            <a:avLst/>
          </a:prstGeom>
        </p:spPr>
      </p:pic>
      <p:sp>
        <p:nvSpPr>
          <p:cNvPr id="9" name="CuadroTexto 8">
            <a:extLst>
              <a:ext uri="{FF2B5EF4-FFF2-40B4-BE49-F238E27FC236}">
                <a16:creationId xmlns:a16="http://schemas.microsoft.com/office/drawing/2014/main" id="{A4D010F6-B110-2762-1C3F-5BB18F93A38A}"/>
              </a:ext>
            </a:extLst>
          </p:cNvPr>
          <p:cNvSpPr txBox="1"/>
          <p:nvPr/>
        </p:nvSpPr>
        <p:spPr>
          <a:xfrm>
            <a:off x="1195754" y="239151"/>
            <a:ext cx="10367889" cy="1200329"/>
          </a:xfrm>
          <a:prstGeom prst="rect">
            <a:avLst/>
          </a:prstGeom>
          <a:noFill/>
        </p:spPr>
        <p:txBody>
          <a:bodyPr wrap="square" rtlCol="0">
            <a:spAutoFit/>
          </a:bodyPr>
          <a:lstStyle/>
          <a:p>
            <a:pPr algn="just"/>
            <a:r>
              <a:rPr lang="es-ES" dirty="0">
                <a:latin typeface="Century Gothic" panose="020B0502020202020204" pitchFamily="34" charset="0"/>
              </a:rPr>
              <a:t>Se realizó un ajuste de </a:t>
            </a:r>
            <a:r>
              <a:rPr lang="es-ES" dirty="0" err="1">
                <a:latin typeface="Century Gothic" panose="020B0502020202020204" pitchFamily="34" charset="0"/>
              </a:rPr>
              <a:t>hiperparámetros</a:t>
            </a:r>
            <a:r>
              <a:rPr lang="es-ES" dirty="0">
                <a:latin typeface="Century Gothic" panose="020B0502020202020204" pitchFamily="34" charset="0"/>
              </a:rPr>
              <a:t> al modelo </a:t>
            </a:r>
            <a:r>
              <a:rPr lang="es-ES" dirty="0" err="1">
                <a:latin typeface="Century Gothic" panose="020B0502020202020204" pitchFamily="34" charset="0"/>
              </a:rPr>
              <a:t>XGBoost</a:t>
            </a:r>
            <a:r>
              <a:rPr lang="es-ES" dirty="0">
                <a:latin typeface="Century Gothic" panose="020B0502020202020204" pitchFamily="34" charset="0"/>
              </a:rPr>
              <a:t>, identificando la configuración óptima para maximizar su desempeño. Adicionalmente, se aplicó validación cruzada con el fin de evaluar la estabilidad del modelo y asegurar que su desempeño fuera consistente en diferentes particiones de los datos.</a:t>
            </a:r>
            <a:endParaRPr lang="es-CO" dirty="0">
              <a:latin typeface="Century Gothic" panose="020B0502020202020204" pitchFamily="34" charset="0"/>
            </a:endParaRPr>
          </a:p>
        </p:txBody>
      </p:sp>
    </p:spTree>
    <p:extLst>
      <p:ext uri="{BB962C8B-B14F-4D97-AF65-F5344CB8AC3E}">
        <p14:creationId xmlns:p14="http://schemas.microsoft.com/office/powerpoint/2010/main" val="3557698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B7DE857-81F9-C8C2-CAFC-EC8B0BC260CA}"/>
              </a:ext>
            </a:extLst>
          </p:cNvPr>
          <p:cNvSpPr txBox="1"/>
          <p:nvPr/>
        </p:nvSpPr>
        <p:spPr>
          <a:xfrm>
            <a:off x="886691" y="2244437"/>
            <a:ext cx="8950036" cy="3108543"/>
          </a:xfrm>
          <a:prstGeom prst="rect">
            <a:avLst/>
          </a:prstGeom>
          <a:noFill/>
        </p:spPr>
        <p:txBody>
          <a:bodyPr wrap="square" rtlCol="0">
            <a:spAutoFit/>
          </a:bodyPr>
          <a:lstStyle/>
          <a:p>
            <a:pPr marL="342900" indent="-342900">
              <a:buAutoNum type="arabicPeriod"/>
            </a:pPr>
            <a:r>
              <a:rPr lang="es-CO" sz="2800" dirty="0">
                <a:solidFill>
                  <a:schemeClr val="bg1">
                    <a:lumMod val="95000"/>
                  </a:schemeClr>
                </a:solidFill>
                <a:latin typeface="Century Gothic" panose="020B0502020202020204" pitchFamily="34" charset="0"/>
              </a:rPr>
              <a:t>Objetivo del modelo</a:t>
            </a:r>
          </a:p>
          <a:p>
            <a:pPr marL="342900" indent="-342900">
              <a:buAutoNum type="arabicPeriod"/>
            </a:pPr>
            <a:r>
              <a:rPr lang="es-CO" sz="2800" dirty="0">
                <a:solidFill>
                  <a:schemeClr val="bg1">
                    <a:lumMod val="95000"/>
                  </a:schemeClr>
                </a:solidFill>
                <a:latin typeface="Century Gothic" panose="020B0502020202020204" pitchFamily="34" charset="0"/>
              </a:rPr>
              <a:t>Análisis exploratorio de Datos</a:t>
            </a:r>
          </a:p>
          <a:p>
            <a:pPr marL="342900" indent="-342900">
              <a:buAutoNum type="arabicPeriod"/>
            </a:pPr>
            <a:r>
              <a:rPr lang="es-CO" sz="2800" dirty="0">
                <a:solidFill>
                  <a:schemeClr val="bg1">
                    <a:lumMod val="95000"/>
                  </a:schemeClr>
                </a:solidFill>
                <a:latin typeface="Century Gothic" panose="020B0502020202020204" pitchFamily="34" charset="0"/>
              </a:rPr>
              <a:t>Elaboración del modelo</a:t>
            </a:r>
          </a:p>
          <a:p>
            <a:pPr marL="342900" indent="-342900">
              <a:buAutoNum type="arabicPeriod"/>
            </a:pPr>
            <a:r>
              <a:rPr lang="es-CO" sz="2800" dirty="0">
                <a:latin typeface="Century Gothic" panose="020B0502020202020204" pitchFamily="34" charset="0"/>
              </a:rPr>
              <a:t>Principales hallazgos del modelo</a:t>
            </a:r>
          </a:p>
          <a:p>
            <a:pPr marL="342900" indent="-342900">
              <a:buAutoNum type="arabicPeriod"/>
            </a:pPr>
            <a:r>
              <a:rPr lang="es-CO" sz="2800" dirty="0">
                <a:solidFill>
                  <a:schemeClr val="bg1">
                    <a:lumMod val="95000"/>
                  </a:schemeClr>
                </a:solidFill>
                <a:latin typeface="Century Gothic" panose="020B0502020202020204" pitchFamily="34" charset="0"/>
              </a:rPr>
              <a:t>Arquitectura </a:t>
            </a:r>
          </a:p>
          <a:p>
            <a:pPr marL="342900" indent="-342900">
              <a:buAutoNum type="arabicPeriod"/>
            </a:pPr>
            <a:r>
              <a:rPr lang="es-CO" sz="2800" dirty="0">
                <a:solidFill>
                  <a:schemeClr val="bg1">
                    <a:lumMod val="95000"/>
                  </a:schemeClr>
                </a:solidFill>
                <a:latin typeface="Century Gothic" panose="020B0502020202020204" pitchFamily="34" charset="0"/>
              </a:rPr>
              <a:t>Monetización de la iniciativa</a:t>
            </a:r>
          </a:p>
          <a:p>
            <a:pPr marL="342900" indent="-342900">
              <a:buAutoNum type="arabicPeriod"/>
            </a:pPr>
            <a:r>
              <a:rPr lang="es-CO" sz="2800" dirty="0">
                <a:solidFill>
                  <a:schemeClr val="bg1">
                    <a:lumMod val="95000"/>
                  </a:schemeClr>
                </a:solidFill>
                <a:latin typeface="Century Gothic" panose="020B0502020202020204" pitchFamily="34" charset="0"/>
              </a:rPr>
              <a:t>Conclusiones</a:t>
            </a:r>
          </a:p>
        </p:txBody>
      </p:sp>
      <p:sp>
        <p:nvSpPr>
          <p:cNvPr id="3" name="CuadroTexto 2">
            <a:extLst>
              <a:ext uri="{FF2B5EF4-FFF2-40B4-BE49-F238E27FC236}">
                <a16:creationId xmlns:a16="http://schemas.microsoft.com/office/drawing/2014/main" id="{16131862-8802-E107-1402-AE9A025FF9EC}"/>
              </a:ext>
            </a:extLst>
          </p:cNvPr>
          <p:cNvSpPr txBox="1"/>
          <p:nvPr/>
        </p:nvSpPr>
        <p:spPr>
          <a:xfrm>
            <a:off x="886691" y="1205345"/>
            <a:ext cx="4031673" cy="461665"/>
          </a:xfrm>
          <a:prstGeom prst="rect">
            <a:avLst/>
          </a:prstGeom>
          <a:noFill/>
        </p:spPr>
        <p:txBody>
          <a:bodyPr wrap="square" rtlCol="0">
            <a:spAutoFit/>
          </a:bodyPr>
          <a:lstStyle/>
          <a:p>
            <a:r>
              <a:rPr lang="es-CO" sz="2400" b="1" dirty="0">
                <a:solidFill>
                  <a:srgbClr val="0070C0"/>
                </a:solidFill>
                <a:latin typeface="Century Gothic" panose="020B0502020202020204" pitchFamily="34" charset="0"/>
              </a:rPr>
              <a:t>Agenda</a:t>
            </a:r>
          </a:p>
        </p:txBody>
      </p:sp>
    </p:spTree>
    <p:extLst>
      <p:ext uri="{BB962C8B-B14F-4D97-AF65-F5344CB8AC3E}">
        <p14:creationId xmlns:p14="http://schemas.microsoft.com/office/powerpoint/2010/main" val="2440608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Rectangle 13">
            <a:extLst>
              <a:ext uri="{FF2B5EF4-FFF2-40B4-BE49-F238E27FC236}">
                <a16:creationId xmlns:a16="http://schemas.microsoft.com/office/drawing/2014/main" id="{B9C0E6AB-EAB6-41E0-9D49-369643E87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A4D010F6-B110-2762-1C3F-5BB18F93A38A}"/>
              </a:ext>
            </a:extLst>
          </p:cNvPr>
          <p:cNvSpPr txBox="1"/>
          <p:nvPr/>
        </p:nvSpPr>
        <p:spPr>
          <a:xfrm>
            <a:off x="1195754" y="239151"/>
            <a:ext cx="10367889" cy="1200329"/>
          </a:xfrm>
          <a:prstGeom prst="rect">
            <a:avLst/>
          </a:prstGeom>
          <a:noFill/>
        </p:spPr>
        <p:txBody>
          <a:bodyPr wrap="square" rtlCol="0">
            <a:spAutoFit/>
          </a:bodyPr>
          <a:lstStyle/>
          <a:p>
            <a:pPr algn="just"/>
            <a:r>
              <a:rPr lang="es-ES" dirty="0">
                <a:latin typeface="Century Gothic" panose="020B0502020202020204" pitchFamily="34" charset="0"/>
              </a:rPr>
              <a:t>El gráfico de importancia revela aquello que mostró el EDA, las principales características como aceleración, velocidad y giros son las variables que más pesan en el modelo. De igual manera indicadores como frenos fuertes y la aceración exagerada son las características que mejor explica la probabilidad de accidente</a:t>
            </a:r>
            <a:endParaRPr lang="es-CO" dirty="0">
              <a:latin typeface="Century Gothic" panose="020B0502020202020204" pitchFamily="34" charset="0"/>
            </a:endParaRPr>
          </a:p>
        </p:txBody>
      </p:sp>
      <p:pic>
        <p:nvPicPr>
          <p:cNvPr id="4" name="Imagen 3">
            <a:extLst>
              <a:ext uri="{FF2B5EF4-FFF2-40B4-BE49-F238E27FC236}">
                <a16:creationId xmlns:a16="http://schemas.microsoft.com/office/drawing/2014/main" id="{C6C5EC80-BB35-B7DC-821A-06EBAAC85C7A}"/>
              </a:ext>
            </a:extLst>
          </p:cNvPr>
          <p:cNvPicPr>
            <a:picLocks noChangeAspect="1"/>
          </p:cNvPicPr>
          <p:nvPr/>
        </p:nvPicPr>
        <p:blipFill>
          <a:blip r:embed="rId2"/>
          <a:srcRect t="472"/>
          <a:stretch/>
        </p:blipFill>
        <p:spPr>
          <a:xfrm>
            <a:off x="1235286" y="2272643"/>
            <a:ext cx="4694120" cy="2587359"/>
          </a:xfrm>
          <a:prstGeom prst="rect">
            <a:avLst/>
          </a:prstGeom>
        </p:spPr>
      </p:pic>
      <p:pic>
        <p:nvPicPr>
          <p:cNvPr id="7" name="Imagen 6">
            <a:extLst>
              <a:ext uri="{FF2B5EF4-FFF2-40B4-BE49-F238E27FC236}">
                <a16:creationId xmlns:a16="http://schemas.microsoft.com/office/drawing/2014/main" id="{084A517D-4641-4C02-03AB-E7A42ECD5ADD}"/>
              </a:ext>
            </a:extLst>
          </p:cNvPr>
          <p:cNvPicPr>
            <a:picLocks noChangeAspect="1"/>
          </p:cNvPicPr>
          <p:nvPr/>
        </p:nvPicPr>
        <p:blipFill>
          <a:blip r:embed="rId3"/>
          <a:srcRect r="2264"/>
          <a:stretch/>
        </p:blipFill>
        <p:spPr>
          <a:xfrm>
            <a:off x="6560034" y="2272642"/>
            <a:ext cx="4722482" cy="2504957"/>
          </a:xfrm>
          <a:prstGeom prst="rect">
            <a:avLst/>
          </a:prstGeom>
        </p:spPr>
      </p:pic>
    </p:spTree>
    <p:extLst>
      <p:ext uri="{BB962C8B-B14F-4D97-AF65-F5344CB8AC3E}">
        <p14:creationId xmlns:p14="http://schemas.microsoft.com/office/powerpoint/2010/main" val="2862431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B7DE857-81F9-C8C2-CAFC-EC8B0BC260CA}"/>
              </a:ext>
            </a:extLst>
          </p:cNvPr>
          <p:cNvSpPr txBox="1"/>
          <p:nvPr/>
        </p:nvSpPr>
        <p:spPr>
          <a:xfrm>
            <a:off x="886691" y="2230369"/>
            <a:ext cx="8950036" cy="3108543"/>
          </a:xfrm>
          <a:prstGeom prst="rect">
            <a:avLst/>
          </a:prstGeom>
          <a:noFill/>
        </p:spPr>
        <p:txBody>
          <a:bodyPr wrap="square" rtlCol="0">
            <a:spAutoFit/>
          </a:bodyPr>
          <a:lstStyle/>
          <a:p>
            <a:pPr marL="342900" indent="-342900">
              <a:buAutoNum type="arabicPeriod"/>
            </a:pPr>
            <a:r>
              <a:rPr lang="es-CO" sz="2800" dirty="0">
                <a:solidFill>
                  <a:schemeClr val="bg1">
                    <a:lumMod val="95000"/>
                  </a:schemeClr>
                </a:solidFill>
                <a:latin typeface="Century Gothic" panose="020B0502020202020204" pitchFamily="34" charset="0"/>
              </a:rPr>
              <a:t>Objetivo del modelo</a:t>
            </a:r>
          </a:p>
          <a:p>
            <a:pPr marL="342900" indent="-342900">
              <a:buAutoNum type="arabicPeriod"/>
            </a:pPr>
            <a:r>
              <a:rPr lang="es-CO" sz="2800" dirty="0">
                <a:solidFill>
                  <a:schemeClr val="bg1">
                    <a:lumMod val="95000"/>
                  </a:schemeClr>
                </a:solidFill>
                <a:latin typeface="Century Gothic" panose="020B0502020202020204" pitchFamily="34" charset="0"/>
              </a:rPr>
              <a:t>Análisis exploratorio de Datos</a:t>
            </a:r>
          </a:p>
          <a:p>
            <a:pPr marL="342900" indent="-342900">
              <a:buAutoNum type="arabicPeriod"/>
            </a:pPr>
            <a:r>
              <a:rPr lang="es-CO" sz="2800" dirty="0">
                <a:solidFill>
                  <a:schemeClr val="bg1">
                    <a:lumMod val="95000"/>
                  </a:schemeClr>
                </a:solidFill>
                <a:latin typeface="Century Gothic" panose="020B0502020202020204" pitchFamily="34" charset="0"/>
              </a:rPr>
              <a:t>Elaboración del modelo</a:t>
            </a:r>
          </a:p>
          <a:p>
            <a:pPr marL="342900" indent="-342900">
              <a:buAutoNum type="arabicPeriod"/>
            </a:pPr>
            <a:r>
              <a:rPr lang="es-CO" sz="2800" dirty="0">
                <a:solidFill>
                  <a:schemeClr val="bg1">
                    <a:lumMod val="95000"/>
                  </a:schemeClr>
                </a:solidFill>
                <a:latin typeface="Century Gothic" panose="020B0502020202020204" pitchFamily="34" charset="0"/>
              </a:rPr>
              <a:t>Principales hallazgos del modelo</a:t>
            </a:r>
          </a:p>
          <a:p>
            <a:pPr marL="342900" indent="-342900">
              <a:buAutoNum type="arabicPeriod"/>
            </a:pPr>
            <a:r>
              <a:rPr lang="es-CO" sz="2800" dirty="0">
                <a:latin typeface="Century Gothic" panose="020B0502020202020204" pitchFamily="34" charset="0"/>
              </a:rPr>
              <a:t>Arquitectura </a:t>
            </a:r>
          </a:p>
          <a:p>
            <a:pPr marL="342900" indent="-342900">
              <a:buAutoNum type="arabicPeriod"/>
            </a:pPr>
            <a:r>
              <a:rPr lang="es-CO" sz="2800" dirty="0">
                <a:solidFill>
                  <a:schemeClr val="bg1">
                    <a:lumMod val="95000"/>
                  </a:schemeClr>
                </a:solidFill>
                <a:latin typeface="Century Gothic" panose="020B0502020202020204" pitchFamily="34" charset="0"/>
              </a:rPr>
              <a:t>Monetización de la iniciativa</a:t>
            </a:r>
          </a:p>
          <a:p>
            <a:pPr marL="342900" indent="-342900">
              <a:buAutoNum type="arabicPeriod"/>
            </a:pPr>
            <a:r>
              <a:rPr lang="es-CO" sz="2800" dirty="0">
                <a:solidFill>
                  <a:schemeClr val="bg1">
                    <a:lumMod val="95000"/>
                  </a:schemeClr>
                </a:solidFill>
                <a:latin typeface="Century Gothic" panose="020B0502020202020204" pitchFamily="34" charset="0"/>
              </a:rPr>
              <a:t>Conclusiones</a:t>
            </a:r>
          </a:p>
        </p:txBody>
      </p:sp>
      <p:sp>
        <p:nvSpPr>
          <p:cNvPr id="3" name="CuadroTexto 2">
            <a:extLst>
              <a:ext uri="{FF2B5EF4-FFF2-40B4-BE49-F238E27FC236}">
                <a16:creationId xmlns:a16="http://schemas.microsoft.com/office/drawing/2014/main" id="{16131862-8802-E107-1402-AE9A025FF9EC}"/>
              </a:ext>
            </a:extLst>
          </p:cNvPr>
          <p:cNvSpPr txBox="1"/>
          <p:nvPr/>
        </p:nvSpPr>
        <p:spPr>
          <a:xfrm>
            <a:off x="886691" y="1205345"/>
            <a:ext cx="4031673" cy="461665"/>
          </a:xfrm>
          <a:prstGeom prst="rect">
            <a:avLst/>
          </a:prstGeom>
          <a:noFill/>
        </p:spPr>
        <p:txBody>
          <a:bodyPr wrap="square" rtlCol="0">
            <a:spAutoFit/>
          </a:bodyPr>
          <a:lstStyle/>
          <a:p>
            <a:r>
              <a:rPr lang="es-CO" sz="2400" b="1" dirty="0">
                <a:solidFill>
                  <a:srgbClr val="0070C0"/>
                </a:solidFill>
                <a:latin typeface="Century Gothic" panose="020B0502020202020204" pitchFamily="34" charset="0"/>
              </a:rPr>
              <a:t>Agenda</a:t>
            </a:r>
          </a:p>
        </p:txBody>
      </p:sp>
    </p:spTree>
    <p:extLst>
      <p:ext uri="{BB962C8B-B14F-4D97-AF65-F5344CB8AC3E}">
        <p14:creationId xmlns:p14="http://schemas.microsoft.com/office/powerpoint/2010/main" val="24793613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Rectangle 13">
            <a:extLst>
              <a:ext uri="{FF2B5EF4-FFF2-40B4-BE49-F238E27FC236}">
                <a16:creationId xmlns:a16="http://schemas.microsoft.com/office/drawing/2014/main" id="{B9C0E6AB-EAB6-41E0-9D49-369643E87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upo 1">
            <a:extLst>
              <a:ext uri="{FF2B5EF4-FFF2-40B4-BE49-F238E27FC236}">
                <a16:creationId xmlns:a16="http://schemas.microsoft.com/office/drawing/2014/main" id="{FCAFD66F-93F8-18BF-D8F6-A187E5E4FB94}"/>
              </a:ext>
            </a:extLst>
          </p:cNvPr>
          <p:cNvGrpSpPr/>
          <p:nvPr/>
        </p:nvGrpSpPr>
        <p:grpSpPr>
          <a:xfrm>
            <a:off x="2377440" y="72464"/>
            <a:ext cx="7625542" cy="6743967"/>
            <a:chOff x="0" y="0"/>
            <a:chExt cx="8147107" cy="6733641"/>
          </a:xfrm>
        </p:grpSpPr>
        <p:sp>
          <p:nvSpPr>
            <p:cNvPr id="3" name="Rectángulo: esquinas redondeadas 2">
              <a:extLst>
                <a:ext uri="{FF2B5EF4-FFF2-40B4-BE49-F238E27FC236}">
                  <a16:creationId xmlns:a16="http://schemas.microsoft.com/office/drawing/2014/main" id="{801FF20C-5B77-FE28-26FE-7E5A04E3C379}"/>
                </a:ext>
              </a:extLst>
            </p:cNvPr>
            <p:cNvSpPr/>
            <p:nvPr/>
          </p:nvSpPr>
          <p:spPr>
            <a:xfrm>
              <a:off x="2424545" y="0"/>
              <a:ext cx="3090837" cy="900763"/>
            </a:xfrm>
            <a:prstGeom prst="roundRect">
              <a:avLst/>
            </a:prstGeom>
            <a:ln>
              <a:solidFill>
                <a:schemeClr val="tx2"/>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15000"/>
                </a:lnSpc>
                <a:spcAft>
                  <a:spcPts val="1000"/>
                </a:spcAft>
              </a:pPr>
              <a:r>
                <a:rPr lang="en-US" sz="1800" kern="1200">
                  <a:solidFill>
                    <a:srgbClr val="000000"/>
                  </a:solidFill>
                  <a:effectLst/>
                  <a:ea typeface="MS Mincho" panose="02020609040205080304" pitchFamily="49" charset="-128"/>
                  <a:cs typeface="Times New Roman" panose="02020603050405020304" pitchFamily="18" charset="0"/>
                </a:rPr>
                <a:t>Eventos de telemetría (Apache Kakfa)</a:t>
              </a:r>
              <a:endParaRPr lang="es-CO" sz="1100">
                <a:effectLst/>
                <a:ea typeface="MS Mincho" panose="02020609040205080304" pitchFamily="49" charset="-128"/>
                <a:cs typeface="Times New Roman" panose="02020603050405020304" pitchFamily="18" charset="0"/>
              </a:endParaRPr>
            </a:p>
          </p:txBody>
        </p:sp>
        <p:cxnSp>
          <p:nvCxnSpPr>
            <p:cNvPr id="5" name="Conector recto de flecha 4">
              <a:extLst>
                <a:ext uri="{FF2B5EF4-FFF2-40B4-BE49-F238E27FC236}">
                  <a16:creationId xmlns:a16="http://schemas.microsoft.com/office/drawing/2014/main" id="{BEB8E54B-0159-880A-B814-FBD808D0E894}"/>
                </a:ext>
              </a:extLst>
            </p:cNvPr>
            <p:cNvCxnSpPr/>
            <p:nvPr/>
          </p:nvCxnSpPr>
          <p:spPr>
            <a:xfrm>
              <a:off x="4019097" y="1067017"/>
              <a:ext cx="0" cy="37407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6" name="Rectángulo: esquinas redondeadas 5">
              <a:extLst>
                <a:ext uri="{FF2B5EF4-FFF2-40B4-BE49-F238E27FC236}">
                  <a16:creationId xmlns:a16="http://schemas.microsoft.com/office/drawing/2014/main" id="{53DB8952-034E-90A2-825D-42824BCA3BA1}"/>
                </a:ext>
              </a:extLst>
            </p:cNvPr>
            <p:cNvSpPr/>
            <p:nvPr/>
          </p:nvSpPr>
          <p:spPr>
            <a:xfrm>
              <a:off x="2424545" y="1537251"/>
              <a:ext cx="3092400" cy="900763"/>
            </a:xfrm>
            <a:prstGeom prst="roundRect">
              <a:avLst/>
            </a:prstGeom>
            <a:ln>
              <a:solidFill>
                <a:schemeClr val="tx2"/>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15000"/>
                </a:lnSpc>
                <a:spcAft>
                  <a:spcPts val="1000"/>
                </a:spcAft>
              </a:pPr>
              <a:r>
                <a:rPr lang="en-US" sz="1800" kern="1200" dirty="0">
                  <a:solidFill>
                    <a:srgbClr val="000000"/>
                  </a:solidFill>
                  <a:effectLst/>
                  <a:ea typeface="MS Mincho" panose="02020609040205080304" pitchFamily="49" charset="-128"/>
                  <a:cs typeface="Times New Roman" panose="02020603050405020304" pitchFamily="18" charset="0"/>
                </a:rPr>
                <a:t>Amazon MSK (Kafka)</a:t>
              </a:r>
              <a:endParaRPr lang="es-CO" sz="1100" dirty="0">
                <a:effectLst/>
                <a:ea typeface="MS Mincho" panose="02020609040205080304" pitchFamily="49" charset="-128"/>
                <a:cs typeface="Times New Roman" panose="02020603050405020304" pitchFamily="18" charset="0"/>
              </a:endParaRPr>
            </a:p>
            <a:p>
              <a:pPr algn="ctr">
                <a:lnSpc>
                  <a:spcPct val="115000"/>
                </a:lnSpc>
                <a:spcAft>
                  <a:spcPts val="1000"/>
                </a:spcAft>
              </a:pPr>
              <a:r>
                <a:rPr lang="en-US" sz="1800" kern="1200" dirty="0">
                  <a:solidFill>
                    <a:srgbClr val="000000"/>
                  </a:solidFill>
                  <a:effectLst/>
                  <a:ea typeface="MS Mincho" panose="02020609040205080304" pitchFamily="49" charset="-128"/>
                  <a:cs typeface="Times New Roman" panose="02020603050405020304" pitchFamily="18" charset="0"/>
                </a:rPr>
                <a:t>Cluster </a:t>
              </a:r>
              <a:r>
                <a:rPr lang="en-US" sz="1800" kern="1200" dirty="0" err="1">
                  <a:solidFill>
                    <a:srgbClr val="000000"/>
                  </a:solidFill>
                  <a:effectLst/>
                  <a:ea typeface="MS Mincho" panose="02020609040205080304" pitchFamily="49" charset="-128"/>
                  <a:cs typeface="Times New Roman" panose="02020603050405020304" pitchFamily="18" charset="0"/>
                </a:rPr>
                <a:t>gestionado</a:t>
              </a:r>
              <a:r>
                <a:rPr lang="en-US" sz="1800" kern="1200" dirty="0">
                  <a:solidFill>
                    <a:srgbClr val="000000"/>
                  </a:solidFill>
                  <a:effectLst/>
                  <a:ea typeface="MS Mincho" panose="02020609040205080304" pitchFamily="49" charset="-128"/>
                  <a:cs typeface="Times New Roman" panose="02020603050405020304" pitchFamily="18" charset="0"/>
                </a:rPr>
                <a:t> </a:t>
              </a:r>
              <a:r>
                <a:rPr lang="en-US" sz="1800" kern="1200" dirty="0" err="1">
                  <a:solidFill>
                    <a:srgbClr val="000000"/>
                  </a:solidFill>
                  <a:effectLst/>
                  <a:ea typeface="MS Mincho" panose="02020609040205080304" pitchFamily="49" charset="-128"/>
                  <a:cs typeface="Times New Roman" panose="02020603050405020304" pitchFamily="18" charset="0"/>
                </a:rPr>
                <a:t>por</a:t>
              </a:r>
              <a:r>
                <a:rPr lang="en-US" sz="1800" kern="1200" dirty="0">
                  <a:solidFill>
                    <a:srgbClr val="000000"/>
                  </a:solidFill>
                  <a:effectLst/>
                  <a:ea typeface="MS Mincho" panose="02020609040205080304" pitchFamily="49" charset="-128"/>
                  <a:cs typeface="Times New Roman" panose="02020603050405020304" pitchFamily="18" charset="0"/>
                </a:rPr>
                <a:t> AWS</a:t>
              </a:r>
              <a:endParaRPr lang="es-CO" sz="1100" dirty="0">
                <a:effectLst/>
                <a:ea typeface="MS Mincho" panose="02020609040205080304" pitchFamily="49" charset="-128"/>
                <a:cs typeface="Times New Roman" panose="02020603050405020304" pitchFamily="18" charset="0"/>
              </a:endParaRPr>
            </a:p>
          </p:txBody>
        </p:sp>
        <p:cxnSp>
          <p:nvCxnSpPr>
            <p:cNvPr id="8" name="Conector recto 7">
              <a:extLst>
                <a:ext uri="{FF2B5EF4-FFF2-40B4-BE49-F238E27FC236}">
                  <a16:creationId xmlns:a16="http://schemas.microsoft.com/office/drawing/2014/main" id="{1BEB88BA-9D65-8FB5-4CAE-6B3E963D9ECB}"/>
                </a:ext>
              </a:extLst>
            </p:cNvPr>
            <p:cNvCxnSpPr>
              <a:cxnSpLocks/>
            </p:cNvCxnSpPr>
            <p:nvPr/>
          </p:nvCxnSpPr>
          <p:spPr>
            <a:xfrm>
              <a:off x="4019097" y="2535596"/>
              <a:ext cx="0" cy="374073"/>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10" name="CuadroTexto 9">
              <a:extLst>
                <a:ext uri="{FF2B5EF4-FFF2-40B4-BE49-F238E27FC236}">
                  <a16:creationId xmlns:a16="http://schemas.microsoft.com/office/drawing/2014/main" id="{46DD30FD-C439-A694-F62D-9D6BC728F194}"/>
                </a:ext>
              </a:extLst>
            </p:cNvPr>
            <p:cNvSpPr txBox="1"/>
            <p:nvPr/>
          </p:nvSpPr>
          <p:spPr>
            <a:xfrm>
              <a:off x="2605914" y="2965039"/>
              <a:ext cx="2839720" cy="526415"/>
            </a:xfrm>
            <a:prstGeom prst="rect">
              <a:avLst/>
            </a:prstGeom>
            <a:noFill/>
          </p:spPr>
          <p:txBody>
            <a:bodyPr wrap="square" rtlCol="0">
              <a:noAutofit/>
            </a:bodyPr>
            <a:lstStyle/>
            <a:p>
              <a:pPr algn="ctr">
                <a:lnSpc>
                  <a:spcPct val="115000"/>
                </a:lnSpc>
                <a:spcAft>
                  <a:spcPts val="1000"/>
                </a:spcAft>
              </a:pPr>
              <a:r>
                <a:rPr lang="en-US" sz="1800" kern="1200" dirty="0" err="1">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Eventos</a:t>
              </a:r>
              <a:r>
                <a:rPr lang="en-US" sz="1800" kern="12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1800" kern="1200" dirty="0" err="1">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en</a:t>
              </a:r>
              <a:r>
                <a:rPr lang="en-US" sz="1800" kern="12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 </a:t>
              </a:r>
              <a:r>
                <a:rPr lang="en-US" sz="1800" kern="1200" dirty="0" err="1">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tiempo</a:t>
              </a:r>
              <a:r>
                <a:rPr lang="en-US" sz="1800" kern="12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 real</a:t>
              </a:r>
              <a:endParaRPr lang="es-CO" sz="1100" dirty="0">
                <a:effectLst/>
                <a:latin typeface="Cambria" panose="02040503050406030204" pitchFamily="18" charset="0"/>
                <a:ea typeface="MS Mincho" panose="02020609040205080304" pitchFamily="49" charset="-128"/>
                <a:cs typeface="Times New Roman" panose="02020603050405020304" pitchFamily="18" charset="0"/>
              </a:endParaRPr>
            </a:p>
          </p:txBody>
        </p:sp>
        <p:cxnSp>
          <p:nvCxnSpPr>
            <p:cNvPr id="11" name="Conector recto 10">
              <a:extLst>
                <a:ext uri="{FF2B5EF4-FFF2-40B4-BE49-F238E27FC236}">
                  <a16:creationId xmlns:a16="http://schemas.microsoft.com/office/drawing/2014/main" id="{9C1A6137-A403-4A8C-8968-3BF688FB0FCE}"/>
                </a:ext>
              </a:extLst>
            </p:cNvPr>
            <p:cNvCxnSpPr>
              <a:cxnSpLocks/>
            </p:cNvCxnSpPr>
            <p:nvPr/>
          </p:nvCxnSpPr>
          <p:spPr>
            <a:xfrm>
              <a:off x="4019097" y="3353023"/>
              <a:ext cx="0" cy="374073"/>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12" name="Rectángulo: esquinas redondeadas 11">
              <a:extLst>
                <a:ext uri="{FF2B5EF4-FFF2-40B4-BE49-F238E27FC236}">
                  <a16:creationId xmlns:a16="http://schemas.microsoft.com/office/drawing/2014/main" id="{19A955EB-9710-A32F-B997-9D25FF1AE4BB}"/>
                </a:ext>
              </a:extLst>
            </p:cNvPr>
            <p:cNvSpPr/>
            <p:nvPr/>
          </p:nvSpPr>
          <p:spPr>
            <a:xfrm>
              <a:off x="2507675" y="3796149"/>
              <a:ext cx="3021556" cy="554395"/>
            </a:xfrm>
            <a:prstGeom prst="roundRect">
              <a:avLst/>
            </a:prstGeom>
            <a:ln>
              <a:solidFill>
                <a:schemeClr val="tx2"/>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15000"/>
                </a:lnSpc>
                <a:spcAft>
                  <a:spcPts val="1000"/>
                </a:spcAft>
              </a:pPr>
              <a:r>
                <a:rPr lang="en-US" sz="1800" kern="1200" dirty="0" err="1">
                  <a:solidFill>
                    <a:srgbClr val="000000"/>
                  </a:solidFill>
                  <a:effectLst/>
                  <a:ea typeface="MS Mincho" panose="02020609040205080304" pitchFamily="49" charset="-128"/>
                  <a:cs typeface="Times New Roman" panose="02020603050405020304" pitchFamily="18" charset="0"/>
                </a:rPr>
                <a:t>Ingestión</a:t>
              </a:r>
              <a:r>
                <a:rPr lang="en-US" sz="1800" kern="1200" dirty="0">
                  <a:solidFill>
                    <a:srgbClr val="000000"/>
                  </a:solidFill>
                  <a:effectLst/>
                  <a:ea typeface="MS Mincho" panose="02020609040205080304" pitchFamily="49" charset="-128"/>
                  <a:cs typeface="Times New Roman" panose="02020603050405020304" pitchFamily="18" charset="0"/>
                </a:rPr>
                <a:t>  </a:t>
              </a:r>
              <a:r>
                <a:rPr lang="en-US" sz="1800" kern="1200" dirty="0" err="1">
                  <a:solidFill>
                    <a:srgbClr val="000000"/>
                  </a:solidFill>
                  <a:effectLst/>
                  <a:ea typeface="MS Mincho" panose="02020609040205080304" pitchFamily="49" charset="-128"/>
                  <a:cs typeface="Times New Roman" panose="02020603050405020304" pitchFamily="18" charset="0"/>
                </a:rPr>
                <a:t>procesamiento</a:t>
              </a:r>
              <a:endParaRPr lang="es-CO" sz="1100" dirty="0">
                <a:effectLst/>
                <a:ea typeface="MS Mincho" panose="02020609040205080304" pitchFamily="49" charset="-128"/>
                <a:cs typeface="Times New Roman" panose="02020603050405020304" pitchFamily="18" charset="0"/>
              </a:endParaRPr>
            </a:p>
          </p:txBody>
        </p:sp>
        <p:cxnSp>
          <p:nvCxnSpPr>
            <p:cNvPr id="13" name="Conector recto 12">
              <a:extLst>
                <a:ext uri="{FF2B5EF4-FFF2-40B4-BE49-F238E27FC236}">
                  <a16:creationId xmlns:a16="http://schemas.microsoft.com/office/drawing/2014/main" id="{36A19C82-EAF2-CDFD-25CC-638AED2D9310}"/>
                </a:ext>
              </a:extLst>
            </p:cNvPr>
            <p:cNvCxnSpPr>
              <a:cxnSpLocks/>
            </p:cNvCxnSpPr>
            <p:nvPr/>
          </p:nvCxnSpPr>
          <p:spPr>
            <a:xfrm>
              <a:off x="1289752" y="4821602"/>
              <a:ext cx="5874327"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a16="http://schemas.microsoft.com/office/drawing/2014/main" id="{E346C754-3CF1-D195-1B38-F5AD46E51ADF}"/>
                </a:ext>
              </a:extLst>
            </p:cNvPr>
            <p:cNvCxnSpPr>
              <a:cxnSpLocks/>
            </p:cNvCxnSpPr>
            <p:nvPr/>
          </p:nvCxnSpPr>
          <p:spPr>
            <a:xfrm>
              <a:off x="4046803" y="4405974"/>
              <a:ext cx="0" cy="374073"/>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14BCC281-0D2E-5B4D-8C5A-D9BB9848393C}"/>
                </a:ext>
              </a:extLst>
            </p:cNvPr>
            <p:cNvCxnSpPr/>
            <p:nvPr/>
          </p:nvCxnSpPr>
          <p:spPr>
            <a:xfrm>
              <a:off x="1275882" y="4807737"/>
              <a:ext cx="0" cy="26323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3838503E-807E-BC3B-E522-25CBD6CD6AB9}"/>
                </a:ext>
              </a:extLst>
            </p:cNvPr>
            <p:cNvCxnSpPr/>
            <p:nvPr/>
          </p:nvCxnSpPr>
          <p:spPr>
            <a:xfrm>
              <a:off x="4046787" y="4807732"/>
              <a:ext cx="0" cy="26323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17" name="Conector recto de flecha 16">
              <a:extLst>
                <a:ext uri="{FF2B5EF4-FFF2-40B4-BE49-F238E27FC236}">
                  <a16:creationId xmlns:a16="http://schemas.microsoft.com/office/drawing/2014/main" id="{49E910BF-212C-0F09-C618-28AE98D518ED}"/>
                </a:ext>
              </a:extLst>
            </p:cNvPr>
            <p:cNvCxnSpPr/>
            <p:nvPr/>
          </p:nvCxnSpPr>
          <p:spPr>
            <a:xfrm>
              <a:off x="7150208" y="4835437"/>
              <a:ext cx="0" cy="263233"/>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4C0C1725-77C5-79D3-37CC-6B0912F17703}"/>
                </a:ext>
              </a:extLst>
            </p:cNvPr>
            <p:cNvSpPr/>
            <p:nvPr/>
          </p:nvSpPr>
          <p:spPr>
            <a:xfrm>
              <a:off x="0" y="5112292"/>
              <a:ext cx="2424541" cy="623707"/>
            </a:xfrm>
            <a:prstGeom prst="roundRect">
              <a:avLst/>
            </a:prstGeom>
            <a:ln>
              <a:solidFill>
                <a:schemeClr val="tx2"/>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15000"/>
                </a:lnSpc>
                <a:spcAft>
                  <a:spcPts val="1000"/>
                </a:spcAft>
              </a:pPr>
              <a:r>
                <a:rPr lang="en-US" sz="1800" kern="1200">
                  <a:solidFill>
                    <a:srgbClr val="000000"/>
                  </a:solidFill>
                  <a:effectLst/>
                  <a:ea typeface="MS Mincho" panose="02020609040205080304" pitchFamily="49" charset="-128"/>
                  <a:cs typeface="Times New Roman" panose="02020603050405020304" pitchFamily="18" charset="0"/>
                </a:rPr>
                <a:t>Kafka Streams</a:t>
              </a:r>
              <a:endParaRPr lang="es-CO" sz="1100">
                <a:effectLst/>
                <a:ea typeface="MS Mincho" panose="02020609040205080304" pitchFamily="49" charset="-128"/>
                <a:cs typeface="Times New Roman" panose="02020603050405020304" pitchFamily="18" charset="0"/>
              </a:endParaRPr>
            </a:p>
          </p:txBody>
        </p:sp>
        <p:sp>
          <p:nvSpPr>
            <p:cNvPr id="22" name="Rectángulo: esquinas redondeadas 21">
              <a:extLst>
                <a:ext uri="{FF2B5EF4-FFF2-40B4-BE49-F238E27FC236}">
                  <a16:creationId xmlns:a16="http://schemas.microsoft.com/office/drawing/2014/main" id="{9CF200F8-868D-6DE5-FEC2-0FA0111D8A15}"/>
                </a:ext>
              </a:extLst>
            </p:cNvPr>
            <p:cNvSpPr/>
            <p:nvPr/>
          </p:nvSpPr>
          <p:spPr>
            <a:xfrm>
              <a:off x="2840822" y="5112292"/>
              <a:ext cx="2424541" cy="623707"/>
            </a:xfrm>
            <a:prstGeom prst="roundRect">
              <a:avLst/>
            </a:prstGeom>
            <a:ln>
              <a:solidFill>
                <a:schemeClr val="tx2"/>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15000"/>
                </a:lnSpc>
                <a:spcAft>
                  <a:spcPts val="1000"/>
                </a:spcAft>
              </a:pPr>
              <a:r>
                <a:rPr lang="en-US" sz="1800" kern="1200">
                  <a:solidFill>
                    <a:srgbClr val="000000"/>
                  </a:solidFill>
                  <a:effectLst/>
                  <a:ea typeface="MS Mincho" panose="02020609040205080304" pitchFamily="49" charset="-128"/>
                  <a:cs typeface="Times New Roman" panose="02020603050405020304" pitchFamily="18" charset="0"/>
                </a:rPr>
                <a:t>Feature Enginerring( AWS lambda)</a:t>
              </a:r>
              <a:endParaRPr lang="es-CO" sz="1100">
                <a:effectLst/>
                <a:ea typeface="MS Mincho" panose="02020609040205080304" pitchFamily="49" charset="-128"/>
                <a:cs typeface="Times New Roman" panose="02020603050405020304" pitchFamily="18" charset="0"/>
              </a:endParaRPr>
            </a:p>
          </p:txBody>
        </p:sp>
        <p:sp>
          <p:nvSpPr>
            <p:cNvPr id="23" name="Rectángulo: esquinas redondeadas 22">
              <a:extLst>
                <a:ext uri="{FF2B5EF4-FFF2-40B4-BE49-F238E27FC236}">
                  <a16:creationId xmlns:a16="http://schemas.microsoft.com/office/drawing/2014/main" id="{5953A6BA-31C9-F6E2-0570-91BB56413171}"/>
                </a:ext>
              </a:extLst>
            </p:cNvPr>
            <p:cNvSpPr/>
            <p:nvPr/>
          </p:nvSpPr>
          <p:spPr>
            <a:xfrm>
              <a:off x="5722566" y="5126142"/>
              <a:ext cx="2424541" cy="623707"/>
            </a:xfrm>
            <a:prstGeom prst="roundRect">
              <a:avLst/>
            </a:prstGeom>
            <a:ln>
              <a:solidFill>
                <a:schemeClr val="tx2"/>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15000"/>
                </a:lnSpc>
                <a:spcAft>
                  <a:spcPts val="1000"/>
                </a:spcAft>
              </a:pPr>
              <a:r>
                <a:rPr lang="en-US" sz="1800" kern="1200">
                  <a:solidFill>
                    <a:srgbClr val="000000"/>
                  </a:solidFill>
                  <a:effectLst/>
                  <a:ea typeface="MS Mincho" panose="02020609040205080304" pitchFamily="49" charset="-128"/>
                  <a:cs typeface="Times New Roman" panose="02020603050405020304" pitchFamily="18" charset="0"/>
                </a:rPr>
                <a:t>Ingesta Refshift( AWS kinesis)</a:t>
              </a:r>
              <a:endParaRPr lang="es-CO" sz="1100">
                <a:effectLst/>
                <a:ea typeface="MS Mincho" panose="02020609040205080304" pitchFamily="49" charset="-128"/>
                <a:cs typeface="Times New Roman" panose="02020603050405020304" pitchFamily="18" charset="0"/>
              </a:endParaRPr>
            </a:p>
          </p:txBody>
        </p:sp>
        <p:cxnSp>
          <p:nvCxnSpPr>
            <p:cNvPr id="24" name="Conector recto de flecha 23">
              <a:extLst>
                <a:ext uri="{FF2B5EF4-FFF2-40B4-BE49-F238E27FC236}">
                  <a16:creationId xmlns:a16="http://schemas.microsoft.com/office/drawing/2014/main" id="{1CE87B93-C56E-A63E-71A4-167459079F03}"/>
                </a:ext>
              </a:extLst>
            </p:cNvPr>
            <p:cNvCxnSpPr>
              <a:cxnSpLocks/>
            </p:cNvCxnSpPr>
            <p:nvPr/>
          </p:nvCxnSpPr>
          <p:spPr>
            <a:xfrm flipV="1">
              <a:off x="1262042" y="5846839"/>
              <a:ext cx="0" cy="304797"/>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25" name="Conector recto de flecha 24">
              <a:extLst>
                <a:ext uri="{FF2B5EF4-FFF2-40B4-BE49-F238E27FC236}">
                  <a16:creationId xmlns:a16="http://schemas.microsoft.com/office/drawing/2014/main" id="{F163EA5E-4F83-F0C7-5666-C76D6DE87384}"/>
                </a:ext>
              </a:extLst>
            </p:cNvPr>
            <p:cNvCxnSpPr>
              <a:cxnSpLocks/>
            </p:cNvCxnSpPr>
            <p:nvPr/>
          </p:nvCxnSpPr>
          <p:spPr>
            <a:xfrm flipV="1">
              <a:off x="4046800" y="5805274"/>
              <a:ext cx="0" cy="304797"/>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26" name="Conector recto de flecha 25">
              <a:extLst>
                <a:ext uri="{FF2B5EF4-FFF2-40B4-BE49-F238E27FC236}">
                  <a16:creationId xmlns:a16="http://schemas.microsoft.com/office/drawing/2014/main" id="{98583B18-1A9E-7BDF-BEF4-9C03A435BB07}"/>
                </a:ext>
              </a:extLst>
            </p:cNvPr>
            <p:cNvCxnSpPr>
              <a:cxnSpLocks/>
            </p:cNvCxnSpPr>
            <p:nvPr/>
          </p:nvCxnSpPr>
          <p:spPr>
            <a:xfrm flipV="1">
              <a:off x="7150211" y="5860694"/>
              <a:ext cx="0" cy="304797"/>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27" name="Conector recto 26">
              <a:extLst>
                <a:ext uri="{FF2B5EF4-FFF2-40B4-BE49-F238E27FC236}">
                  <a16:creationId xmlns:a16="http://schemas.microsoft.com/office/drawing/2014/main" id="{CCF0F43A-76E8-27C5-45F2-B5FDA9A5CE54}"/>
                </a:ext>
              </a:extLst>
            </p:cNvPr>
            <p:cNvCxnSpPr>
              <a:cxnSpLocks/>
            </p:cNvCxnSpPr>
            <p:nvPr/>
          </p:nvCxnSpPr>
          <p:spPr>
            <a:xfrm>
              <a:off x="1262040" y="6151641"/>
              <a:ext cx="5874327" cy="0"/>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28" name="Rectángulo: esquinas redondeadas 27">
              <a:extLst>
                <a:ext uri="{FF2B5EF4-FFF2-40B4-BE49-F238E27FC236}">
                  <a16:creationId xmlns:a16="http://schemas.microsoft.com/office/drawing/2014/main" id="{AA29AF56-DB1C-F13B-3AD0-7F2BEE485F6C}"/>
                </a:ext>
              </a:extLst>
            </p:cNvPr>
            <p:cNvSpPr/>
            <p:nvPr/>
          </p:nvSpPr>
          <p:spPr>
            <a:xfrm>
              <a:off x="2424541" y="6179246"/>
              <a:ext cx="3021556" cy="554395"/>
            </a:xfrm>
            <a:prstGeom prst="roundRect">
              <a:avLst/>
            </a:prstGeom>
            <a:ln>
              <a:solidFill>
                <a:schemeClr val="tx2"/>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lnSpc>
                  <a:spcPct val="115000"/>
                </a:lnSpc>
                <a:spcAft>
                  <a:spcPts val="1000"/>
                </a:spcAft>
              </a:pPr>
              <a:r>
                <a:rPr lang="en-US" sz="1800" kern="1200">
                  <a:solidFill>
                    <a:srgbClr val="000000"/>
                  </a:solidFill>
                  <a:effectLst/>
                  <a:ea typeface="MS Mincho" panose="02020609040205080304" pitchFamily="49" charset="-128"/>
                  <a:cs typeface="Times New Roman" panose="02020603050405020304" pitchFamily="18" charset="0"/>
                </a:rPr>
                <a:t>  </a:t>
              </a:r>
              <a:r>
                <a:rPr lang="en-US" sz="1200" kern="1200">
                  <a:solidFill>
                    <a:srgbClr val="000000"/>
                  </a:solidFill>
                  <a:effectLst/>
                  <a:ea typeface="MS Mincho" panose="02020609040205080304" pitchFamily="49" charset="-128"/>
                  <a:cs typeface="Times New Roman" panose="02020603050405020304" pitchFamily="18" charset="0"/>
                </a:rPr>
                <a:t>Redshift(Data Warehose)</a:t>
              </a:r>
              <a:endParaRPr lang="es-CO" sz="1100">
                <a:effectLst/>
                <a:ea typeface="MS Mincho" panose="02020609040205080304" pitchFamily="49" charset="-128"/>
                <a:cs typeface="Times New Roman" panose="02020603050405020304" pitchFamily="18" charset="0"/>
              </a:endParaRPr>
            </a:p>
          </p:txBody>
        </p:sp>
      </p:grpSp>
    </p:spTree>
    <p:extLst>
      <p:ext uri="{BB962C8B-B14F-4D97-AF65-F5344CB8AC3E}">
        <p14:creationId xmlns:p14="http://schemas.microsoft.com/office/powerpoint/2010/main" val="3971215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B7DE857-81F9-C8C2-CAFC-EC8B0BC260CA}"/>
              </a:ext>
            </a:extLst>
          </p:cNvPr>
          <p:cNvSpPr txBox="1"/>
          <p:nvPr/>
        </p:nvSpPr>
        <p:spPr>
          <a:xfrm>
            <a:off x="886691" y="2244437"/>
            <a:ext cx="8950036" cy="3108543"/>
          </a:xfrm>
          <a:prstGeom prst="rect">
            <a:avLst/>
          </a:prstGeom>
          <a:noFill/>
        </p:spPr>
        <p:txBody>
          <a:bodyPr wrap="square" rtlCol="0">
            <a:spAutoFit/>
          </a:bodyPr>
          <a:lstStyle/>
          <a:p>
            <a:pPr marL="342900" indent="-342900">
              <a:buAutoNum type="arabicPeriod"/>
            </a:pPr>
            <a:r>
              <a:rPr lang="es-CO" sz="2800" dirty="0">
                <a:solidFill>
                  <a:schemeClr val="bg1">
                    <a:lumMod val="95000"/>
                  </a:schemeClr>
                </a:solidFill>
                <a:latin typeface="Century Gothic" panose="020B0502020202020204" pitchFamily="34" charset="0"/>
              </a:rPr>
              <a:t>Objetivo del modelo</a:t>
            </a:r>
          </a:p>
          <a:p>
            <a:pPr marL="342900" indent="-342900">
              <a:buAutoNum type="arabicPeriod"/>
            </a:pPr>
            <a:r>
              <a:rPr lang="es-CO" sz="2800" dirty="0">
                <a:solidFill>
                  <a:schemeClr val="bg1">
                    <a:lumMod val="95000"/>
                  </a:schemeClr>
                </a:solidFill>
                <a:latin typeface="Century Gothic" panose="020B0502020202020204" pitchFamily="34" charset="0"/>
              </a:rPr>
              <a:t>Análisis exploratorio de Datos</a:t>
            </a:r>
          </a:p>
          <a:p>
            <a:pPr marL="342900" indent="-342900">
              <a:buAutoNum type="arabicPeriod"/>
            </a:pPr>
            <a:r>
              <a:rPr lang="es-CO" sz="2800" dirty="0">
                <a:solidFill>
                  <a:schemeClr val="bg1">
                    <a:lumMod val="95000"/>
                  </a:schemeClr>
                </a:solidFill>
                <a:latin typeface="Century Gothic" panose="020B0502020202020204" pitchFamily="34" charset="0"/>
              </a:rPr>
              <a:t>Elaboración del modelo</a:t>
            </a:r>
          </a:p>
          <a:p>
            <a:pPr marL="342900" indent="-342900">
              <a:buAutoNum type="arabicPeriod"/>
            </a:pPr>
            <a:r>
              <a:rPr lang="es-CO" sz="2800" dirty="0">
                <a:solidFill>
                  <a:schemeClr val="bg1">
                    <a:lumMod val="95000"/>
                  </a:schemeClr>
                </a:solidFill>
                <a:latin typeface="Century Gothic" panose="020B0502020202020204" pitchFamily="34" charset="0"/>
              </a:rPr>
              <a:t>Principales hallazgos del modelo</a:t>
            </a:r>
          </a:p>
          <a:p>
            <a:pPr marL="342900" indent="-342900">
              <a:buAutoNum type="arabicPeriod"/>
            </a:pPr>
            <a:r>
              <a:rPr lang="es-CO" sz="2800" dirty="0">
                <a:solidFill>
                  <a:schemeClr val="bg1">
                    <a:lumMod val="95000"/>
                  </a:schemeClr>
                </a:solidFill>
                <a:latin typeface="Century Gothic" panose="020B0502020202020204" pitchFamily="34" charset="0"/>
              </a:rPr>
              <a:t>Arquitectura </a:t>
            </a:r>
          </a:p>
          <a:p>
            <a:pPr marL="342900" indent="-342900">
              <a:buAutoNum type="arabicPeriod"/>
            </a:pPr>
            <a:r>
              <a:rPr lang="es-CO" sz="2800" dirty="0">
                <a:latin typeface="Century Gothic" panose="020B0502020202020204" pitchFamily="34" charset="0"/>
              </a:rPr>
              <a:t>Monetización de la iniciativa</a:t>
            </a:r>
          </a:p>
          <a:p>
            <a:pPr marL="342900" indent="-342900">
              <a:buAutoNum type="arabicPeriod"/>
            </a:pPr>
            <a:r>
              <a:rPr lang="es-CO" sz="2800" dirty="0">
                <a:solidFill>
                  <a:schemeClr val="bg1">
                    <a:lumMod val="95000"/>
                  </a:schemeClr>
                </a:solidFill>
                <a:latin typeface="Century Gothic" panose="020B0502020202020204" pitchFamily="34" charset="0"/>
              </a:rPr>
              <a:t>Conclusiones</a:t>
            </a:r>
          </a:p>
        </p:txBody>
      </p:sp>
      <p:sp>
        <p:nvSpPr>
          <p:cNvPr id="3" name="CuadroTexto 2">
            <a:extLst>
              <a:ext uri="{FF2B5EF4-FFF2-40B4-BE49-F238E27FC236}">
                <a16:creationId xmlns:a16="http://schemas.microsoft.com/office/drawing/2014/main" id="{16131862-8802-E107-1402-AE9A025FF9EC}"/>
              </a:ext>
            </a:extLst>
          </p:cNvPr>
          <p:cNvSpPr txBox="1"/>
          <p:nvPr/>
        </p:nvSpPr>
        <p:spPr>
          <a:xfrm>
            <a:off x="886691" y="1205345"/>
            <a:ext cx="4031673" cy="461665"/>
          </a:xfrm>
          <a:prstGeom prst="rect">
            <a:avLst/>
          </a:prstGeom>
          <a:noFill/>
        </p:spPr>
        <p:txBody>
          <a:bodyPr wrap="square" rtlCol="0">
            <a:spAutoFit/>
          </a:bodyPr>
          <a:lstStyle/>
          <a:p>
            <a:r>
              <a:rPr lang="es-CO" sz="2400" b="1" dirty="0">
                <a:solidFill>
                  <a:srgbClr val="0070C0"/>
                </a:solidFill>
                <a:latin typeface="Century Gothic" panose="020B0502020202020204" pitchFamily="34" charset="0"/>
              </a:rPr>
              <a:t>Agenda</a:t>
            </a:r>
          </a:p>
        </p:txBody>
      </p:sp>
    </p:spTree>
    <p:extLst>
      <p:ext uri="{BB962C8B-B14F-4D97-AF65-F5344CB8AC3E}">
        <p14:creationId xmlns:p14="http://schemas.microsoft.com/office/powerpoint/2010/main" val="1581985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Rectangle 13">
            <a:extLst>
              <a:ext uri="{FF2B5EF4-FFF2-40B4-BE49-F238E27FC236}">
                <a16:creationId xmlns:a16="http://schemas.microsoft.com/office/drawing/2014/main" id="{B9C0E6AB-EAB6-41E0-9D49-369643E87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458637F4-CD40-E93B-061C-B814BC08CE5F}"/>
              </a:ext>
            </a:extLst>
          </p:cNvPr>
          <p:cNvSpPr txBox="1"/>
          <p:nvPr/>
        </p:nvSpPr>
        <p:spPr>
          <a:xfrm>
            <a:off x="1927274" y="1983545"/>
            <a:ext cx="7990449" cy="3416320"/>
          </a:xfrm>
          <a:prstGeom prst="rect">
            <a:avLst/>
          </a:prstGeom>
          <a:noFill/>
        </p:spPr>
        <p:txBody>
          <a:bodyPr wrap="square" rtlCol="0">
            <a:spAutoFit/>
          </a:bodyPr>
          <a:lstStyle/>
          <a:p>
            <a:pPr marL="342900" indent="-342900" algn="just">
              <a:buAutoNum type="arabicPeriod"/>
            </a:pPr>
            <a:r>
              <a:rPr lang="es-ES" sz="2400" dirty="0">
                <a:latin typeface="Century Gothic" panose="020B0502020202020204" pitchFamily="34" charset="0"/>
              </a:rPr>
              <a:t>Información periódica y detallada que permita analizar con precisión los hábitos de conducción de las personas</a:t>
            </a:r>
          </a:p>
          <a:p>
            <a:pPr marL="342900" indent="-342900" algn="just">
              <a:buAutoNum type="arabicPeriod"/>
            </a:pPr>
            <a:r>
              <a:rPr lang="es-CO" sz="2400" dirty="0">
                <a:latin typeface="Century Gothic" panose="020B0502020202020204" pitchFamily="34" charset="0"/>
              </a:rPr>
              <a:t>Cobro de seguro vehicular personalizado a partir de los hábitos de conducción de cada conductor</a:t>
            </a:r>
          </a:p>
          <a:p>
            <a:pPr marL="342900" indent="-342900" algn="just">
              <a:buAutoNum type="arabicPeriod"/>
            </a:pPr>
            <a:r>
              <a:rPr lang="es-CO" sz="2400" dirty="0">
                <a:latin typeface="Century Gothic" panose="020B0502020202020204" pitchFamily="34" charset="0"/>
              </a:rPr>
              <a:t>Asesorías personalizadas para reducir accidentes viales, de acuerdo  la probabilidad de accidente que muestre el conductor</a:t>
            </a:r>
          </a:p>
        </p:txBody>
      </p:sp>
      <p:sp>
        <p:nvSpPr>
          <p:cNvPr id="7" name="Elipse 6">
            <a:extLst>
              <a:ext uri="{FF2B5EF4-FFF2-40B4-BE49-F238E27FC236}">
                <a16:creationId xmlns:a16="http://schemas.microsoft.com/office/drawing/2014/main" id="{AF954EC4-EF67-05BF-5378-02B9714F4D56}"/>
              </a:ext>
            </a:extLst>
          </p:cNvPr>
          <p:cNvSpPr/>
          <p:nvPr/>
        </p:nvSpPr>
        <p:spPr>
          <a:xfrm>
            <a:off x="1800664" y="1983543"/>
            <a:ext cx="506437" cy="520503"/>
          </a:xfrm>
          <a:prstGeom prst="ellipse">
            <a:avLst/>
          </a:prstGeom>
          <a:solidFill>
            <a:srgbClr val="002060"/>
          </a:solidFill>
          <a:ln w="12700" cap="flat" cmpd="sng" algn="ctr">
            <a:solidFill>
              <a:srgbClr val="00206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1</a:t>
            </a:r>
          </a:p>
        </p:txBody>
      </p:sp>
      <p:sp>
        <p:nvSpPr>
          <p:cNvPr id="9" name="Elipse 8">
            <a:extLst>
              <a:ext uri="{FF2B5EF4-FFF2-40B4-BE49-F238E27FC236}">
                <a16:creationId xmlns:a16="http://schemas.microsoft.com/office/drawing/2014/main" id="{C487DCE6-4A1D-4257-7512-A2C8B0D593FB}"/>
              </a:ext>
            </a:extLst>
          </p:cNvPr>
          <p:cNvSpPr/>
          <p:nvPr/>
        </p:nvSpPr>
        <p:spPr>
          <a:xfrm>
            <a:off x="1800664" y="3050347"/>
            <a:ext cx="506437" cy="520503"/>
          </a:xfrm>
          <a:prstGeom prst="ellipse">
            <a:avLst/>
          </a:prstGeom>
          <a:solidFill>
            <a:srgbClr val="002060"/>
          </a:solidFill>
          <a:ln w="12700" cap="flat" cmpd="sng" algn="ctr">
            <a:solidFill>
              <a:srgbClr val="00206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2</a:t>
            </a:r>
          </a:p>
        </p:txBody>
      </p:sp>
      <p:sp>
        <p:nvSpPr>
          <p:cNvPr id="29" name="Elipse 28">
            <a:extLst>
              <a:ext uri="{FF2B5EF4-FFF2-40B4-BE49-F238E27FC236}">
                <a16:creationId xmlns:a16="http://schemas.microsoft.com/office/drawing/2014/main" id="{E27BAF8D-C67D-6DD6-9731-9EA3CC8D0F51}"/>
              </a:ext>
            </a:extLst>
          </p:cNvPr>
          <p:cNvSpPr/>
          <p:nvPr/>
        </p:nvSpPr>
        <p:spPr>
          <a:xfrm>
            <a:off x="1800664" y="4117150"/>
            <a:ext cx="506437" cy="520503"/>
          </a:xfrm>
          <a:prstGeom prst="ellipse">
            <a:avLst/>
          </a:prstGeom>
          <a:solidFill>
            <a:srgbClr val="002060"/>
          </a:solidFill>
          <a:ln w="12700" cap="flat" cmpd="sng" algn="ctr">
            <a:solidFill>
              <a:srgbClr val="00206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3</a:t>
            </a:r>
          </a:p>
        </p:txBody>
      </p:sp>
    </p:spTree>
    <p:extLst>
      <p:ext uri="{BB962C8B-B14F-4D97-AF65-F5344CB8AC3E}">
        <p14:creationId xmlns:p14="http://schemas.microsoft.com/office/powerpoint/2010/main" val="1351176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B7DE857-81F9-C8C2-CAFC-EC8B0BC260CA}"/>
              </a:ext>
            </a:extLst>
          </p:cNvPr>
          <p:cNvSpPr txBox="1"/>
          <p:nvPr/>
        </p:nvSpPr>
        <p:spPr>
          <a:xfrm>
            <a:off x="886691" y="2244437"/>
            <a:ext cx="8950036" cy="3108543"/>
          </a:xfrm>
          <a:prstGeom prst="rect">
            <a:avLst/>
          </a:prstGeom>
          <a:noFill/>
        </p:spPr>
        <p:txBody>
          <a:bodyPr wrap="square" rtlCol="0">
            <a:spAutoFit/>
          </a:bodyPr>
          <a:lstStyle/>
          <a:p>
            <a:pPr marL="342900" indent="-342900">
              <a:buAutoNum type="arabicPeriod"/>
            </a:pPr>
            <a:r>
              <a:rPr lang="es-CO" sz="2800" dirty="0">
                <a:solidFill>
                  <a:schemeClr val="bg1">
                    <a:lumMod val="95000"/>
                  </a:schemeClr>
                </a:solidFill>
                <a:latin typeface="Century Gothic" panose="020B0502020202020204" pitchFamily="34" charset="0"/>
              </a:rPr>
              <a:t>Objetivo del modelo</a:t>
            </a:r>
          </a:p>
          <a:p>
            <a:pPr marL="342900" indent="-342900">
              <a:buAutoNum type="arabicPeriod"/>
            </a:pPr>
            <a:r>
              <a:rPr lang="es-CO" sz="2800" dirty="0">
                <a:solidFill>
                  <a:schemeClr val="bg1">
                    <a:lumMod val="95000"/>
                  </a:schemeClr>
                </a:solidFill>
                <a:latin typeface="Century Gothic" panose="020B0502020202020204" pitchFamily="34" charset="0"/>
              </a:rPr>
              <a:t>Análisis exploratorio de Datos</a:t>
            </a:r>
          </a:p>
          <a:p>
            <a:pPr marL="342900" indent="-342900">
              <a:buAutoNum type="arabicPeriod"/>
            </a:pPr>
            <a:r>
              <a:rPr lang="es-CO" sz="2800" dirty="0">
                <a:solidFill>
                  <a:schemeClr val="bg1">
                    <a:lumMod val="95000"/>
                  </a:schemeClr>
                </a:solidFill>
                <a:latin typeface="Century Gothic" panose="020B0502020202020204" pitchFamily="34" charset="0"/>
              </a:rPr>
              <a:t>Elaboración del modelo</a:t>
            </a:r>
          </a:p>
          <a:p>
            <a:pPr marL="342900" indent="-342900">
              <a:buAutoNum type="arabicPeriod"/>
            </a:pPr>
            <a:r>
              <a:rPr lang="es-CO" sz="2800" dirty="0">
                <a:solidFill>
                  <a:schemeClr val="bg1">
                    <a:lumMod val="95000"/>
                  </a:schemeClr>
                </a:solidFill>
                <a:latin typeface="Century Gothic" panose="020B0502020202020204" pitchFamily="34" charset="0"/>
              </a:rPr>
              <a:t>Principales hallazgos del modelo</a:t>
            </a:r>
          </a:p>
          <a:p>
            <a:pPr marL="342900" indent="-342900">
              <a:buAutoNum type="arabicPeriod"/>
            </a:pPr>
            <a:r>
              <a:rPr lang="es-CO" sz="2800" dirty="0">
                <a:solidFill>
                  <a:schemeClr val="bg1">
                    <a:lumMod val="95000"/>
                  </a:schemeClr>
                </a:solidFill>
                <a:latin typeface="Century Gothic" panose="020B0502020202020204" pitchFamily="34" charset="0"/>
              </a:rPr>
              <a:t>Arquitectura </a:t>
            </a:r>
          </a:p>
          <a:p>
            <a:pPr marL="342900" indent="-342900">
              <a:buAutoNum type="arabicPeriod"/>
            </a:pPr>
            <a:r>
              <a:rPr lang="es-CO" sz="2800" dirty="0">
                <a:solidFill>
                  <a:schemeClr val="bg1">
                    <a:lumMod val="95000"/>
                  </a:schemeClr>
                </a:solidFill>
                <a:latin typeface="Century Gothic" panose="020B0502020202020204" pitchFamily="34" charset="0"/>
              </a:rPr>
              <a:t>Monetización de la iniciativa</a:t>
            </a:r>
          </a:p>
          <a:p>
            <a:pPr marL="342900" indent="-342900">
              <a:buAutoNum type="arabicPeriod"/>
            </a:pPr>
            <a:r>
              <a:rPr lang="es-CO" sz="2800" dirty="0">
                <a:latin typeface="Century Gothic" panose="020B0502020202020204" pitchFamily="34" charset="0"/>
              </a:rPr>
              <a:t>Conclusiones</a:t>
            </a:r>
          </a:p>
        </p:txBody>
      </p:sp>
      <p:sp>
        <p:nvSpPr>
          <p:cNvPr id="3" name="CuadroTexto 2">
            <a:extLst>
              <a:ext uri="{FF2B5EF4-FFF2-40B4-BE49-F238E27FC236}">
                <a16:creationId xmlns:a16="http://schemas.microsoft.com/office/drawing/2014/main" id="{16131862-8802-E107-1402-AE9A025FF9EC}"/>
              </a:ext>
            </a:extLst>
          </p:cNvPr>
          <p:cNvSpPr txBox="1"/>
          <p:nvPr/>
        </p:nvSpPr>
        <p:spPr>
          <a:xfrm>
            <a:off x="886691" y="1205345"/>
            <a:ext cx="4031673" cy="461665"/>
          </a:xfrm>
          <a:prstGeom prst="rect">
            <a:avLst/>
          </a:prstGeom>
          <a:noFill/>
        </p:spPr>
        <p:txBody>
          <a:bodyPr wrap="square" rtlCol="0">
            <a:spAutoFit/>
          </a:bodyPr>
          <a:lstStyle/>
          <a:p>
            <a:r>
              <a:rPr lang="es-CO" sz="2400" b="1" dirty="0">
                <a:solidFill>
                  <a:srgbClr val="0070C0"/>
                </a:solidFill>
                <a:latin typeface="Century Gothic" panose="020B0502020202020204" pitchFamily="34" charset="0"/>
              </a:rPr>
              <a:t>Agenda</a:t>
            </a:r>
          </a:p>
        </p:txBody>
      </p:sp>
    </p:spTree>
    <p:extLst>
      <p:ext uri="{BB962C8B-B14F-4D97-AF65-F5344CB8AC3E}">
        <p14:creationId xmlns:p14="http://schemas.microsoft.com/office/powerpoint/2010/main" val="2126878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0" name="Rectangle 13">
            <a:extLst>
              <a:ext uri="{FF2B5EF4-FFF2-40B4-BE49-F238E27FC236}">
                <a16:creationId xmlns:a16="http://schemas.microsoft.com/office/drawing/2014/main" id="{B9C0E6AB-EAB6-41E0-9D49-369643E873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uadroTexto 3">
            <a:extLst>
              <a:ext uri="{FF2B5EF4-FFF2-40B4-BE49-F238E27FC236}">
                <a16:creationId xmlns:a16="http://schemas.microsoft.com/office/drawing/2014/main" id="{458637F4-CD40-E93B-061C-B814BC08CE5F}"/>
              </a:ext>
            </a:extLst>
          </p:cNvPr>
          <p:cNvSpPr txBox="1"/>
          <p:nvPr/>
        </p:nvSpPr>
        <p:spPr>
          <a:xfrm>
            <a:off x="1927274" y="1983545"/>
            <a:ext cx="7990449" cy="4154984"/>
          </a:xfrm>
          <a:prstGeom prst="rect">
            <a:avLst/>
          </a:prstGeom>
          <a:noFill/>
        </p:spPr>
        <p:txBody>
          <a:bodyPr wrap="square" rtlCol="0">
            <a:spAutoFit/>
          </a:bodyPr>
          <a:lstStyle/>
          <a:p>
            <a:pPr marL="342900" indent="-342900" algn="just">
              <a:buAutoNum type="arabicPeriod"/>
            </a:pPr>
            <a:r>
              <a:rPr lang="es-ES" sz="2400" dirty="0">
                <a:latin typeface="Century Gothic" panose="020B0502020202020204" pitchFamily="34" charset="0"/>
              </a:rPr>
              <a:t>Se construyó una solución analítica para que sea capaz de predecir la probabilidad de accidente</a:t>
            </a:r>
          </a:p>
          <a:p>
            <a:pPr marL="342900" indent="-342900" algn="just">
              <a:buAutoNum type="arabicPeriod"/>
            </a:pPr>
            <a:r>
              <a:rPr lang="es-CO" sz="2400" dirty="0">
                <a:latin typeface="Century Gothic" panose="020B0502020202020204" pitchFamily="34" charset="0"/>
              </a:rPr>
              <a:t>Se proponen iniciativas específicas para extraer valor monetario de los datos, esto incluye desde el cobro de seguros personalizados, hasta aletas mensuales sobre hábitos de conducción para cada conductor</a:t>
            </a:r>
          </a:p>
          <a:p>
            <a:pPr marL="342900" indent="-342900" algn="just">
              <a:buAutoNum type="arabicPeriod"/>
            </a:pPr>
            <a:r>
              <a:rPr lang="es-CO" sz="2400" dirty="0">
                <a:latin typeface="Century Gothic" panose="020B0502020202020204" pitchFamily="34" charset="0"/>
              </a:rPr>
              <a:t>Se entrega una arquitectura para </a:t>
            </a:r>
            <a:r>
              <a:rPr lang="es-CO" sz="2400" dirty="0" err="1">
                <a:latin typeface="Century Gothic" panose="020B0502020202020204" pitchFamily="34" charset="0"/>
              </a:rPr>
              <a:t>almarcenar</a:t>
            </a:r>
            <a:r>
              <a:rPr lang="es-CO" sz="2400" dirty="0">
                <a:latin typeface="Century Gothic" panose="020B0502020202020204" pitchFamily="34" charset="0"/>
              </a:rPr>
              <a:t> los  datos de la compañía y poder explotarlos en modelos de machine </a:t>
            </a:r>
            <a:r>
              <a:rPr lang="es-CO" sz="2400" dirty="0" err="1">
                <a:latin typeface="Century Gothic" panose="020B0502020202020204" pitchFamily="34" charset="0"/>
              </a:rPr>
              <a:t>learnign</a:t>
            </a:r>
            <a:r>
              <a:rPr lang="es-CO" sz="2400" dirty="0">
                <a:latin typeface="Century Gothic" panose="020B0502020202020204" pitchFamily="34" charset="0"/>
              </a:rPr>
              <a:t>, como en tableros personalizados </a:t>
            </a:r>
          </a:p>
        </p:txBody>
      </p:sp>
      <p:sp>
        <p:nvSpPr>
          <p:cNvPr id="7" name="Elipse 6">
            <a:extLst>
              <a:ext uri="{FF2B5EF4-FFF2-40B4-BE49-F238E27FC236}">
                <a16:creationId xmlns:a16="http://schemas.microsoft.com/office/drawing/2014/main" id="{AF954EC4-EF67-05BF-5378-02B9714F4D56}"/>
              </a:ext>
            </a:extLst>
          </p:cNvPr>
          <p:cNvSpPr/>
          <p:nvPr/>
        </p:nvSpPr>
        <p:spPr>
          <a:xfrm>
            <a:off x="1800664" y="1983543"/>
            <a:ext cx="506437" cy="520503"/>
          </a:xfrm>
          <a:prstGeom prst="ellipse">
            <a:avLst/>
          </a:prstGeom>
          <a:solidFill>
            <a:srgbClr val="002060"/>
          </a:solidFill>
          <a:ln w="12700" cap="flat" cmpd="sng" algn="ctr">
            <a:solidFill>
              <a:srgbClr val="00206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1</a:t>
            </a:r>
          </a:p>
        </p:txBody>
      </p:sp>
      <p:sp>
        <p:nvSpPr>
          <p:cNvPr id="9" name="Elipse 8">
            <a:extLst>
              <a:ext uri="{FF2B5EF4-FFF2-40B4-BE49-F238E27FC236}">
                <a16:creationId xmlns:a16="http://schemas.microsoft.com/office/drawing/2014/main" id="{C487DCE6-4A1D-4257-7512-A2C8B0D593FB}"/>
              </a:ext>
            </a:extLst>
          </p:cNvPr>
          <p:cNvSpPr/>
          <p:nvPr/>
        </p:nvSpPr>
        <p:spPr>
          <a:xfrm>
            <a:off x="1800664" y="2814369"/>
            <a:ext cx="506437" cy="520503"/>
          </a:xfrm>
          <a:prstGeom prst="ellipse">
            <a:avLst/>
          </a:prstGeom>
          <a:solidFill>
            <a:srgbClr val="002060"/>
          </a:solidFill>
          <a:ln w="12700" cap="flat" cmpd="sng" algn="ctr">
            <a:solidFill>
              <a:srgbClr val="00206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2</a:t>
            </a:r>
          </a:p>
        </p:txBody>
      </p:sp>
      <p:sp>
        <p:nvSpPr>
          <p:cNvPr id="29" name="Elipse 28">
            <a:extLst>
              <a:ext uri="{FF2B5EF4-FFF2-40B4-BE49-F238E27FC236}">
                <a16:creationId xmlns:a16="http://schemas.microsoft.com/office/drawing/2014/main" id="{E27BAF8D-C67D-6DD6-9731-9EA3CC8D0F51}"/>
              </a:ext>
            </a:extLst>
          </p:cNvPr>
          <p:cNvSpPr/>
          <p:nvPr/>
        </p:nvSpPr>
        <p:spPr>
          <a:xfrm>
            <a:off x="1800664" y="4500606"/>
            <a:ext cx="506437" cy="520503"/>
          </a:xfrm>
          <a:prstGeom prst="ellipse">
            <a:avLst/>
          </a:prstGeom>
          <a:solidFill>
            <a:srgbClr val="002060"/>
          </a:solidFill>
          <a:ln w="12700" cap="flat" cmpd="sng" algn="ctr">
            <a:solidFill>
              <a:srgbClr val="00206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dirty="0"/>
              <a:t>3</a:t>
            </a:r>
          </a:p>
        </p:txBody>
      </p:sp>
    </p:spTree>
    <p:extLst>
      <p:ext uri="{BB962C8B-B14F-4D97-AF65-F5344CB8AC3E}">
        <p14:creationId xmlns:p14="http://schemas.microsoft.com/office/powerpoint/2010/main" val="14021239"/>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
  <TotalTime>364</TotalTime>
  <Words>802</Words>
  <Application>Microsoft Office PowerPoint</Application>
  <PresentationFormat>Panorámica</PresentationFormat>
  <Paragraphs>137</Paragraphs>
  <Slides>20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20</vt:i4>
      </vt:variant>
    </vt:vector>
  </HeadingPairs>
  <TitlesOfParts>
    <vt:vector size="27" baseType="lpstr">
      <vt:lpstr>MS Mincho</vt:lpstr>
      <vt:lpstr>Arial</vt:lpstr>
      <vt:lpstr>Calisto MT</vt:lpstr>
      <vt:lpstr>Cambria</vt:lpstr>
      <vt:lpstr>Century Gothic</vt:lpstr>
      <vt:lpstr>Univers Condensed</vt:lpstr>
      <vt:lpstr>ChronicleVTI</vt:lpstr>
      <vt:lpstr>Drive  Score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CAMILO TORO MEJIA</dc:creator>
  <cp:lastModifiedBy>JUAN CAMILO TORO MEJIA</cp:lastModifiedBy>
  <cp:revision>1</cp:revision>
  <dcterms:created xsi:type="dcterms:W3CDTF">2025-11-19T14:18:38Z</dcterms:created>
  <dcterms:modified xsi:type="dcterms:W3CDTF">2025-11-19T20:57:42Z</dcterms:modified>
</cp:coreProperties>
</file>